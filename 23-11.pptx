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8" r:id="rId2"/>
    <p:sldId id="289" r:id="rId3"/>
    <p:sldId id="290" r:id="rId4"/>
    <p:sldId id="256" r:id="rId5"/>
    <p:sldId id="277" r:id="rId6"/>
    <p:sldId id="278" r:id="rId7"/>
    <p:sldId id="279" r:id="rId8"/>
    <p:sldId id="292" r:id="rId9"/>
    <p:sldId id="275" r:id="rId10"/>
    <p:sldId id="276" r:id="rId11"/>
    <p:sldId id="258" r:id="rId12"/>
    <p:sldId id="293" r:id="rId13"/>
    <p:sldId id="291" r:id="rId14"/>
    <p:sldId id="281" r:id="rId15"/>
    <p:sldId id="280" r:id="rId16"/>
    <p:sldId id="294" r:id="rId17"/>
    <p:sldId id="282" r:id="rId18"/>
    <p:sldId id="257" r:id="rId19"/>
    <p:sldId id="283" r:id="rId20"/>
    <p:sldId id="284" r:id="rId21"/>
    <p:sldId id="285" r:id="rId22"/>
    <p:sldId id="295" r:id="rId23"/>
    <p:sldId id="286" r:id="rId24"/>
    <p:sldId id="296" r:id="rId25"/>
    <p:sldId id="287" r:id="rId26"/>
    <p:sldId id="297" r:id="rId27"/>
    <p:sldId id="25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5EC2-B7D1-D73B-BBB1-1F3FCDE08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0187F2-5885-8CC8-6D61-2202D8942E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47659C-72CB-5835-E6B2-C1E2568A52E6}"/>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4134FC3A-8D08-47B9-DCC1-B761DCFC94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5A4E5-AC67-BEF5-3A3B-586227BE3F28}"/>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643075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D6F6-0D26-1703-C3E3-F5BB610636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90FF0-F0C3-72EF-ED32-9F17998FAF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223F5-4E16-8722-2151-D17FB5E29090}"/>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BD26CDD4-C927-3874-965B-308616ED9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FB7-894D-5AA0-61E4-13C567D72BF5}"/>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4286027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5B32D-C94D-4962-0CE2-8ADDFDB61A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B5DE88-FAD9-F692-171F-8BCCC07C76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F20D8C-42A9-0F31-FAEF-F9599B351A63}"/>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D977E8E4-B1BE-AC98-C07C-9736B05948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3EAFD-ABDF-8936-C125-849C36853202}"/>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3621847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E388-A292-9CD1-1A57-8228AEEC74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228F26-6B23-2CE1-6E5D-A04B55A530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BB4997-54F8-F70D-38E4-CB80F3B4C1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6A2268-92BA-B13C-C69C-2A5FC298AEC5}"/>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6" name="Footer Placeholder 5">
            <a:extLst>
              <a:ext uri="{FF2B5EF4-FFF2-40B4-BE49-F238E27FC236}">
                <a16:creationId xmlns:a16="http://schemas.microsoft.com/office/drawing/2014/main" id="{089BC8E0-7A01-C32D-A692-A045860C3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777E0-2108-5329-5A8C-DF5D39EAC45D}"/>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228824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2E11-05D8-F410-C4E6-F02A66B31C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D63449-A170-224C-938F-2C61CEC1FB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6E48EA-F022-C2DC-43D1-90934BE6D4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1AF0AE-21F1-C39B-A002-45AEB032D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B875E-5412-A61B-E88F-EEF8399C52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08FB80-8D6B-D89B-FE1A-95AEC90D8515}"/>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8" name="Footer Placeholder 7">
            <a:extLst>
              <a:ext uri="{FF2B5EF4-FFF2-40B4-BE49-F238E27FC236}">
                <a16:creationId xmlns:a16="http://schemas.microsoft.com/office/drawing/2014/main" id="{EB5F0D6E-F527-25AD-4727-61CEAC09ED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0DE4A-D09F-314B-94A5-D7B5AFFC6BB1}"/>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1658295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CF27-227A-4D53-51FB-57070A417F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1C8684-FCAE-9882-EC02-89CEC10BE951}"/>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4" name="Footer Placeholder 3">
            <a:extLst>
              <a:ext uri="{FF2B5EF4-FFF2-40B4-BE49-F238E27FC236}">
                <a16:creationId xmlns:a16="http://schemas.microsoft.com/office/drawing/2014/main" id="{EC3EB1A7-B17E-7770-EF6C-2B1298D253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68ECA9-85A5-8431-237A-39F5F9F99D32}"/>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213590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3FE5EE-8BF1-9F5E-0AED-EFE9F025F2E9}"/>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3" name="Footer Placeholder 2">
            <a:extLst>
              <a:ext uri="{FF2B5EF4-FFF2-40B4-BE49-F238E27FC236}">
                <a16:creationId xmlns:a16="http://schemas.microsoft.com/office/drawing/2014/main" id="{804ED554-28D3-0078-6C97-E0637866CF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F797FB-669B-DBB5-2DDD-475DCC984358}"/>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2902214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5EB5-DBC7-2A69-47BD-521CBA361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0CEAC-A6CD-5480-0ED1-2FAB20B29D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DBC4B0-D72D-EE08-12F1-ADF328A29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0D827-B420-F8E0-73FE-B9BE2229C4EA}"/>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6" name="Footer Placeholder 5">
            <a:extLst>
              <a:ext uri="{FF2B5EF4-FFF2-40B4-BE49-F238E27FC236}">
                <a16:creationId xmlns:a16="http://schemas.microsoft.com/office/drawing/2014/main" id="{C5C053DA-9C72-EA76-462C-9C528A46A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72932D-710D-4157-3216-36FF26FC3098}"/>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153495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EB890-72CB-00C7-9FA6-10F498112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FE8EE5-4C83-576D-08FC-E8BD5DDCF4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7644CE-C4DD-572D-5DF9-A704AC459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3D08C-6170-72F6-9C39-3EC95442AEAD}"/>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6" name="Footer Placeholder 5">
            <a:extLst>
              <a:ext uri="{FF2B5EF4-FFF2-40B4-BE49-F238E27FC236}">
                <a16:creationId xmlns:a16="http://schemas.microsoft.com/office/drawing/2014/main" id="{C2B09AB4-1922-28EB-AB7C-11D99E37F1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EBB160-504F-9E49-4216-6B2CE16B3DE5}"/>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261759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DE27C-4156-FB8E-D0FF-DFA7BA30C6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A2472C-AA9A-8529-0A2C-0E85C60DA6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01F838-C5A2-6D31-45A1-00366A514DBF}"/>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13A4D6CF-5EE5-F0C2-DBD5-5F40EB2B2E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74100-A5F6-47AF-D643-804673D203FE}"/>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2997100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9B66D2-509E-469F-97B0-F687CB7AB5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F5B559-69C6-7146-784F-1662A71D12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03D836-D453-8E5E-13AC-0B7DD450DFFC}"/>
              </a:ext>
            </a:extLst>
          </p:cNvPr>
          <p:cNvSpPr>
            <a:spLocks noGrp="1"/>
          </p:cNvSpPr>
          <p:nvPr>
            <p:ph type="dt" sz="half" idx="10"/>
          </p:nvPr>
        </p:nvSpPr>
        <p:spPr/>
        <p:txBody>
          <a:body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7DEB0BFA-9621-D43D-77C8-517A1BADB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B1259-6D89-01EB-3FF0-1DD63A1E84CD}"/>
              </a:ext>
            </a:extLst>
          </p:cNvPr>
          <p:cNvSpPr>
            <a:spLocks noGrp="1"/>
          </p:cNvSpPr>
          <p:nvPr>
            <p:ph type="sldNum" sz="quarter" idx="12"/>
          </p:nvPr>
        </p:nvSpPr>
        <p:spPr/>
        <p:txBody>
          <a:bodyPr/>
          <a:lstStyle/>
          <a:p>
            <a:fld id="{40D2160A-C0CE-40BE-9B78-5F9C7CD9902A}" type="slidenum">
              <a:rPr lang="en-US" smtClean="0"/>
              <a:t>‹#›</a:t>
            </a:fld>
            <a:endParaRPr lang="en-US"/>
          </a:p>
        </p:txBody>
      </p:sp>
    </p:spTree>
    <p:extLst>
      <p:ext uri="{BB962C8B-B14F-4D97-AF65-F5344CB8AC3E}">
        <p14:creationId xmlns:p14="http://schemas.microsoft.com/office/powerpoint/2010/main" val="3764199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B41D7D-CB52-6D3C-A6E5-E636D9EE6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EA9AE3-EABA-D7BC-EDF3-793D1FBEE9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9C70B-4CC4-91C5-617E-6510593014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D2E7BA-EC9C-4D69-A16B-0D7531FC4D64}" type="datetimeFigureOut">
              <a:rPr lang="en-US" smtClean="0"/>
              <a:t>22/11/2025</a:t>
            </a:fld>
            <a:endParaRPr lang="en-US"/>
          </a:p>
        </p:txBody>
      </p:sp>
      <p:sp>
        <p:nvSpPr>
          <p:cNvPr id="5" name="Footer Placeholder 4">
            <a:extLst>
              <a:ext uri="{FF2B5EF4-FFF2-40B4-BE49-F238E27FC236}">
                <a16:creationId xmlns:a16="http://schemas.microsoft.com/office/drawing/2014/main" id="{591330BB-C05C-72D7-3427-F302C21CBA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FA2400-752F-EF78-B7F2-B270B4AAF2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D2160A-C0CE-40BE-9B78-5F9C7CD9902A}" type="slidenum">
              <a:rPr lang="en-US" smtClean="0"/>
              <a:t>‹#›</a:t>
            </a:fld>
            <a:endParaRPr lang="en-US"/>
          </a:p>
        </p:txBody>
      </p:sp>
    </p:spTree>
    <p:extLst>
      <p:ext uri="{BB962C8B-B14F-4D97-AF65-F5344CB8AC3E}">
        <p14:creationId xmlns:p14="http://schemas.microsoft.com/office/powerpoint/2010/main" val="239859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3B32C8-A2C4-23B5-66A9-F79CFEF70D91}"/>
              </a:ext>
            </a:extLst>
          </p:cNvPr>
          <p:cNvSpPr txBox="1"/>
          <p:nvPr/>
        </p:nvSpPr>
        <p:spPr>
          <a:xfrm>
            <a:off x="169479" y="118131"/>
            <a:ext cx="11853041" cy="6878806"/>
          </a:xfrm>
          <a:prstGeom prst="rect">
            <a:avLst/>
          </a:prstGeom>
          <a:noFill/>
        </p:spPr>
        <p:txBody>
          <a:bodyPr wrap="square">
            <a:spAutoFit/>
          </a:bodyPr>
          <a:lstStyle/>
          <a:p>
            <a:pPr algn="l">
              <a:buNone/>
            </a:pPr>
            <a:r>
              <a:rPr lang="vi-VN" sz="4400" i="0" dirty="0">
                <a:solidFill>
                  <a:srgbClr val="FF0000"/>
                </a:solidFill>
                <a:effectLst/>
                <a:latin typeface="Times New Roman" panose="02020603050405020304" pitchFamily="18" charset="0"/>
                <a:cs typeface="Times New Roman" panose="02020603050405020304" pitchFamily="18" charset="0"/>
              </a:rPr>
              <a:t>Tin Mừng Chúa Giê-su Ki-tô theo thánh Lu-ca.</a:t>
            </a:r>
          </a:p>
          <a:p>
            <a:pPr algn="just"/>
            <a:r>
              <a:rPr lang="vi-VN" sz="4900" i="0" baseline="30000" dirty="0">
                <a:solidFill>
                  <a:srgbClr val="FF0000"/>
                </a:solidFill>
                <a:effectLst/>
                <a:latin typeface="Times New Roman" panose="02020603050405020304" pitchFamily="18" charset="0"/>
                <a:cs typeface="Times New Roman" panose="02020603050405020304" pitchFamily="18" charset="0"/>
              </a:rPr>
              <a:t>35</a:t>
            </a:r>
            <a:r>
              <a:rPr lang="vi-VN" sz="4900" i="0" dirty="0">
                <a:solidFill>
                  <a:srgbClr val="333333"/>
                </a:solidFill>
                <a:effectLst/>
                <a:latin typeface="Times New Roman" panose="02020603050405020304" pitchFamily="18" charset="0"/>
                <a:cs typeface="Times New Roman" panose="02020603050405020304" pitchFamily="18" charset="0"/>
              </a:rPr>
              <a:t> Khi ấy, Đức Giê-su bị đóng đinh trên thập giá, dân chúng thì đứng nhìn, còn các thủ lãnh thì buông lời cười nhạo : “Hắn đã cứu người khác, thì cứu lấy mình đi, nếu thật hắn là Đấng Ki-tô của Thiên Chúa, là người được tuyển chọn !” </a:t>
            </a:r>
            <a:r>
              <a:rPr lang="vi-VN" sz="4900" i="0" baseline="30000" dirty="0">
                <a:solidFill>
                  <a:srgbClr val="FF0000"/>
                </a:solidFill>
                <a:effectLst/>
                <a:latin typeface="Times New Roman" panose="02020603050405020304" pitchFamily="18" charset="0"/>
                <a:cs typeface="Times New Roman" panose="02020603050405020304" pitchFamily="18" charset="0"/>
              </a:rPr>
              <a:t>36</a:t>
            </a:r>
            <a:r>
              <a:rPr lang="vi-VN" sz="4900" i="0" dirty="0">
                <a:solidFill>
                  <a:srgbClr val="333333"/>
                </a:solidFill>
                <a:effectLst/>
                <a:latin typeface="Times New Roman" panose="02020603050405020304" pitchFamily="18" charset="0"/>
                <a:cs typeface="Times New Roman" panose="02020603050405020304" pitchFamily="18" charset="0"/>
              </a:rPr>
              <a:t> Lính tráng cũng chế giễu Người. Chúng lại gần, đưa giấm cho Người uống </a:t>
            </a:r>
            <a:r>
              <a:rPr lang="vi-VN" sz="4900" i="0" baseline="30000" dirty="0">
                <a:solidFill>
                  <a:srgbClr val="FF0000"/>
                </a:solidFill>
                <a:effectLst/>
                <a:latin typeface="Times New Roman" panose="02020603050405020304" pitchFamily="18" charset="0"/>
                <a:cs typeface="Times New Roman" panose="02020603050405020304" pitchFamily="18" charset="0"/>
              </a:rPr>
              <a:t>37</a:t>
            </a:r>
            <a:r>
              <a:rPr lang="vi-VN" sz="4900" i="0" dirty="0">
                <a:solidFill>
                  <a:srgbClr val="333333"/>
                </a:solidFill>
                <a:effectLst/>
                <a:latin typeface="Times New Roman" panose="02020603050405020304" pitchFamily="18" charset="0"/>
                <a:cs typeface="Times New Roman" panose="02020603050405020304" pitchFamily="18" charset="0"/>
              </a:rPr>
              <a:t> và nói : </a:t>
            </a:r>
          </a:p>
        </p:txBody>
      </p:sp>
    </p:spTree>
    <p:extLst>
      <p:ext uri="{BB962C8B-B14F-4D97-AF65-F5344CB8AC3E}">
        <p14:creationId xmlns:p14="http://schemas.microsoft.com/office/powerpoint/2010/main" val="304213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9E6A66-66C5-9A07-D48C-E80EACBD2881}"/>
              </a:ext>
            </a:extLst>
          </p:cNvPr>
          <p:cNvSpPr txBox="1"/>
          <p:nvPr/>
        </p:nvSpPr>
        <p:spPr>
          <a:xfrm>
            <a:off x="295603" y="58846"/>
            <a:ext cx="11600793" cy="6740307"/>
          </a:xfrm>
          <a:prstGeom prst="rect">
            <a:avLst/>
          </a:prstGeom>
          <a:noFill/>
        </p:spPr>
        <p:txBody>
          <a:bodyPr wrap="square">
            <a:spAutoFit/>
          </a:bodyPr>
          <a:lstStyle/>
          <a:p>
            <a:pPr algn="just">
              <a:buNone/>
            </a:pPr>
            <a:r>
              <a:rPr lang="vi-VN" sz="5400" i="0" dirty="0">
                <a:solidFill>
                  <a:srgbClr val="333333"/>
                </a:solidFill>
                <a:effectLst/>
                <a:latin typeface="Times New Roman" panose="02020603050405020304" pitchFamily="18" charset="0"/>
                <a:cs typeface="Times New Roman" panose="02020603050405020304" pitchFamily="18" charset="0"/>
              </a:rPr>
              <a:t>“Nếu ông là vua dân Do-thái thì cứu lấy mình đi !” </a:t>
            </a:r>
            <a:r>
              <a:rPr lang="vi-VN" sz="5400" i="0" baseline="30000" dirty="0">
                <a:solidFill>
                  <a:srgbClr val="FF0000"/>
                </a:solidFill>
                <a:effectLst/>
                <a:latin typeface="Times New Roman" panose="02020603050405020304" pitchFamily="18" charset="0"/>
                <a:cs typeface="Times New Roman" panose="02020603050405020304" pitchFamily="18" charset="0"/>
              </a:rPr>
              <a:t>38</a:t>
            </a:r>
            <a:r>
              <a:rPr lang="vi-VN" sz="5400" i="0" dirty="0">
                <a:solidFill>
                  <a:srgbClr val="333333"/>
                </a:solidFill>
                <a:effectLst/>
                <a:latin typeface="Times New Roman" panose="02020603050405020304" pitchFamily="18" charset="0"/>
                <a:cs typeface="Times New Roman" panose="02020603050405020304" pitchFamily="18" charset="0"/>
              </a:rPr>
              <a:t> Phía trên đầu Người, có bản án viết : “Đây là vua người Do-thái.”</a:t>
            </a:r>
          </a:p>
          <a:p>
            <a:pPr algn="just"/>
            <a:r>
              <a:rPr lang="vi-VN" sz="5400" i="0" baseline="30000" dirty="0">
                <a:solidFill>
                  <a:srgbClr val="FF0000"/>
                </a:solidFill>
                <a:effectLst/>
                <a:latin typeface="Times New Roman" panose="02020603050405020304" pitchFamily="18" charset="0"/>
                <a:cs typeface="Times New Roman" panose="02020603050405020304" pitchFamily="18" charset="0"/>
              </a:rPr>
              <a:t>39</a:t>
            </a:r>
            <a:r>
              <a:rPr lang="vi-VN" sz="5400" i="0" dirty="0">
                <a:solidFill>
                  <a:srgbClr val="333333"/>
                </a:solidFill>
                <a:effectLst/>
                <a:latin typeface="Times New Roman" panose="02020603050405020304" pitchFamily="18" charset="0"/>
                <a:cs typeface="Times New Roman" panose="02020603050405020304" pitchFamily="18" charset="0"/>
              </a:rPr>
              <a:t> Một trong hai tên gian phi bị treo trên thập giá cũng nhục mạ Người : “Ông không phải là Đấng Ki-tô sao ? Hãy tự cứu mình đi, và cứu cả chúng tôi với !” </a:t>
            </a:r>
            <a:r>
              <a:rPr lang="vi-VN" sz="5400" i="0" baseline="30000" dirty="0">
                <a:solidFill>
                  <a:srgbClr val="FF0000"/>
                </a:solidFill>
                <a:effectLst/>
                <a:latin typeface="Times New Roman" panose="02020603050405020304" pitchFamily="18" charset="0"/>
                <a:cs typeface="Times New Roman" panose="02020603050405020304" pitchFamily="18" charset="0"/>
              </a:rPr>
              <a:t>40</a:t>
            </a:r>
            <a:r>
              <a:rPr lang="vi-VN" sz="5400" i="0" dirty="0">
                <a:solidFill>
                  <a:srgbClr val="333333"/>
                </a:solidFill>
                <a:effectLst/>
                <a:latin typeface="Times New Roman" panose="02020603050405020304" pitchFamily="18" charset="0"/>
                <a:cs typeface="Times New Roman" panose="02020603050405020304" pitchFamily="18" charset="0"/>
              </a:rPr>
              <a:t> Nhưng tên kia mắng nó : </a:t>
            </a:r>
          </a:p>
        </p:txBody>
      </p:sp>
    </p:spTree>
    <p:extLst>
      <p:ext uri="{BB962C8B-B14F-4D97-AF65-F5344CB8AC3E}">
        <p14:creationId xmlns:p14="http://schemas.microsoft.com/office/powerpoint/2010/main" val="3761807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252066-7BCF-D17A-8CDF-A09E20F99B1D}"/>
              </a:ext>
            </a:extLst>
          </p:cNvPr>
          <p:cNvSpPr txBox="1"/>
          <p:nvPr/>
        </p:nvSpPr>
        <p:spPr>
          <a:xfrm>
            <a:off x="149773" y="128096"/>
            <a:ext cx="12042227" cy="6601807"/>
          </a:xfrm>
          <a:prstGeom prst="rect">
            <a:avLst/>
          </a:prstGeom>
          <a:noFill/>
        </p:spPr>
        <p:txBody>
          <a:bodyPr wrap="square">
            <a:spAutoFit/>
          </a:bodyPr>
          <a:lstStyle/>
          <a:p>
            <a:r>
              <a:rPr lang="vi-VN" sz="4700" i="0" dirty="0">
                <a:solidFill>
                  <a:srgbClr val="333333"/>
                </a:solidFill>
                <a:effectLst/>
                <a:latin typeface="Times New Roman" panose="02020603050405020304" pitchFamily="18" charset="0"/>
                <a:cs typeface="Times New Roman" panose="02020603050405020304" pitchFamily="18" charset="0"/>
              </a:rPr>
              <a:t>“Mày đang chịu chung một hình phạt, vậy mà cả Thiên Chúa, mày cũng không biết sợ ! </a:t>
            </a:r>
            <a:r>
              <a:rPr lang="vi-VN" sz="4700" i="0" baseline="30000" dirty="0">
                <a:solidFill>
                  <a:srgbClr val="FF0000"/>
                </a:solidFill>
                <a:effectLst/>
                <a:latin typeface="Times New Roman" panose="02020603050405020304" pitchFamily="18" charset="0"/>
                <a:cs typeface="Times New Roman" panose="02020603050405020304" pitchFamily="18" charset="0"/>
              </a:rPr>
              <a:t>41</a:t>
            </a:r>
            <a:r>
              <a:rPr lang="vi-VN" sz="4700" i="0" dirty="0">
                <a:solidFill>
                  <a:srgbClr val="333333"/>
                </a:solidFill>
                <a:effectLst/>
                <a:latin typeface="Times New Roman" panose="02020603050405020304" pitchFamily="18" charset="0"/>
                <a:cs typeface="Times New Roman" panose="02020603050405020304" pitchFamily="18" charset="0"/>
              </a:rPr>
              <a:t> Chúng ta chịu như thế này là đích đáng, vì xứng với việc đã làm. Chứ ông này đâu có làm điều gì trái !” </a:t>
            </a:r>
            <a:r>
              <a:rPr lang="vi-VN" sz="4700" i="0" baseline="30000" dirty="0">
                <a:solidFill>
                  <a:srgbClr val="FF0000"/>
                </a:solidFill>
                <a:effectLst/>
                <a:latin typeface="Times New Roman" panose="02020603050405020304" pitchFamily="18" charset="0"/>
                <a:cs typeface="Times New Roman" panose="02020603050405020304" pitchFamily="18" charset="0"/>
              </a:rPr>
              <a:t>42</a:t>
            </a:r>
            <a:r>
              <a:rPr lang="vi-VN" sz="4700" i="0" dirty="0">
                <a:solidFill>
                  <a:srgbClr val="333333"/>
                </a:solidFill>
                <a:effectLst/>
                <a:latin typeface="Times New Roman" panose="02020603050405020304" pitchFamily="18" charset="0"/>
                <a:cs typeface="Times New Roman" panose="02020603050405020304" pitchFamily="18" charset="0"/>
              </a:rPr>
              <a:t> Rồi anh ta thưa với Đức Giê-su : “Ông Giê-su ơi, khi ông vào Nước của ông, xin nhớ đến tôi !” </a:t>
            </a:r>
            <a:r>
              <a:rPr lang="vi-VN" sz="4700" i="0" baseline="30000" dirty="0">
                <a:solidFill>
                  <a:srgbClr val="FF0000"/>
                </a:solidFill>
                <a:effectLst/>
                <a:latin typeface="Times New Roman" panose="02020603050405020304" pitchFamily="18" charset="0"/>
                <a:cs typeface="Times New Roman" panose="02020603050405020304" pitchFamily="18" charset="0"/>
              </a:rPr>
              <a:t>43</a:t>
            </a:r>
            <a:r>
              <a:rPr lang="vi-VN" sz="4700" i="0" dirty="0">
                <a:solidFill>
                  <a:srgbClr val="333333"/>
                </a:solidFill>
                <a:effectLst/>
                <a:latin typeface="Times New Roman" panose="02020603050405020304" pitchFamily="18" charset="0"/>
                <a:cs typeface="Times New Roman" panose="02020603050405020304" pitchFamily="18" charset="0"/>
              </a:rPr>
              <a:t> Và Người nói với anh ta : “Tôi bảo thật anh, hôm nay, anh sẽ được ở với tôi trên Thiên Đàng.”</a:t>
            </a:r>
            <a:endParaRPr lang="en-US" sz="4700" i="0" dirty="0">
              <a:solidFill>
                <a:srgbClr val="333333"/>
              </a:solidFill>
              <a:effectLst/>
              <a:latin typeface="Times New Roman" panose="02020603050405020304" pitchFamily="18" charset="0"/>
              <a:cs typeface="Times New Roman" panose="02020603050405020304" pitchFamily="18" charset="0"/>
            </a:endParaRPr>
          </a:p>
          <a:p>
            <a:r>
              <a:rPr lang="en-US" sz="4700" dirty="0">
                <a:solidFill>
                  <a:srgbClr val="333333"/>
                </a:solidFill>
                <a:latin typeface="Times New Roman" panose="02020603050405020304" pitchFamily="18" charset="0"/>
                <a:cs typeface="Times New Roman" panose="02020603050405020304" pitchFamily="18" charset="0"/>
              </a:rPr>
              <a:t>							</a:t>
            </a:r>
            <a:r>
              <a:rPr lang="en-US" sz="4700" dirty="0" err="1">
                <a:solidFill>
                  <a:srgbClr val="333333"/>
                </a:solidFill>
                <a:latin typeface="Times New Roman" panose="02020603050405020304" pitchFamily="18" charset="0"/>
                <a:cs typeface="Times New Roman" panose="02020603050405020304" pitchFamily="18" charset="0"/>
              </a:rPr>
              <a:t>Đó</a:t>
            </a:r>
            <a:r>
              <a:rPr lang="en-US" sz="4700" dirty="0">
                <a:solidFill>
                  <a:srgbClr val="333333"/>
                </a:solidFill>
                <a:latin typeface="Times New Roman" panose="02020603050405020304" pitchFamily="18" charset="0"/>
                <a:cs typeface="Times New Roman" panose="02020603050405020304" pitchFamily="18" charset="0"/>
              </a:rPr>
              <a:t> </a:t>
            </a:r>
            <a:r>
              <a:rPr lang="en-US" sz="4700" dirty="0" err="1">
                <a:solidFill>
                  <a:srgbClr val="333333"/>
                </a:solidFill>
                <a:latin typeface="Times New Roman" panose="02020603050405020304" pitchFamily="18" charset="0"/>
                <a:cs typeface="Times New Roman" panose="02020603050405020304" pitchFamily="18" charset="0"/>
              </a:rPr>
              <a:t>là</a:t>
            </a:r>
            <a:r>
              <a:rPr lang="en-US" sz="4700" dirty="0">
                <a:solidFill>
                  <a:srgbClr val="333333"/>
                </a:solidFill>
                <a:latin typeface="Times New Roman" panose="02020603050405020304" pitchFamily="18" charset="0"/>
                <a:cs typeface="Times New Roman" panose="02020603050405020304" pitchFamily="18" charset="0"/>
              </a:rPr>
              <a:t> </a:t>
            </a:r>
            <a:r>
              <a:rPr lang="en-US" sz="4700" dirty="0" err="1">
                <a:solidFill>
                  <a:srgbClr val="333333"/>
                </a:solidFill>
                <a:latin typeface="Times New Roman" panose="02020603050405020304" pitchFamily="18" charset="0"/>
                <a:cs typeface="Times New Roman" panose="02020603050405020304" pitchFamily="18" charset="0"/>
              </a:rPr>
              <a:t>Lời</a:t>
            </a:r>
            <a:r>
              <a:rPr lang="en-US" sz="4700" dirty="0">
                <a:solidFill>
                  <a:srgbClr val="333333"/>
                </a:solidFill>
                <a:latin typeface="Times New Roman" panose="02020603050405020304" pitchFamily="18" charset="0"/>
                <a:cs typeface="Times New Roman" panose="02020603050405020304" pitchFamily="18" charset="0"/>
              </a:rPr>
              <a:t> Chúa.</a:t>
            </a:r>
            <a:endParaRPr lang="en-US" sz="4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97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2E0455-865D-52DB-D010-43CFA9F608EC}"/>
              </a:ext>
            </a:extLst>
          </p:cNvPr>
          <p:cNvSpPr txBox="1"/>
          <p:nvPr/>
        </p:nvSpPr>
        <p:spPr>
          <a:xfrm>
            <a:off x="1671483" y="1853100"/>
            <a:ext cx="8849033" cy="1754326"/>
          </a:xfrm>
          <a:prstGeom prst="rect">
            <a:avLst/>
          </a:prstGeom>
          <a:noFill/>
        </p:spPr>
        <p:txBody>
          <a:bodyPr wrap="square" rtlCol="0">
            <a:spAutoFit/>
          </a:bodyPr>
          <a:lstStyle/>
          <a:p>
            <a:pPr algn="ctr"/>
            <a:r>
              <a:rPr lang="en-US" sz="5400" dirty="0" err="1">
                <a:solidFill>
                  <a:srgbClr val="FF0000"/>
                </a:solidFill>
                <a:latin typeface="Times New Roman" panose="02020603050405020304" pitchFamily="18" charset="0"/>
                <a:cs typeface="Times New Roman" panose="02020603050405020304" pitchFamily="18" charset="0"/>
              </a:rPr>
              <a:t>Nhập</a:t>
            </a:r>
            <a:r>
              <a:rPr lang="en-US" sz="5400" dirty="0">
                <a:solidFill>
                  <a:srgbClr val="FF0000"/>
                </a:solidFill>
                <a:latin typeface="Times New Roman" panose="02020603050405020304" pitchFamily="18" charset="0"/>
                <a:cs typeface="Times New Roman" panose="02020603050405020304" pitchFamily="18" charset="0"/>
              </a:rPr>
              <a:t> </a:t>
            </a:r>
            <a:r>
              <a:rPr lang="en-US" sz="5400" dirty="0" err="1">
                <a:solidFill>
                  <a:srgbClr val="FF0000"/>
                </a:solidFill>
                <a:latin typeface="Times New Roman" panose="02020603050405020304" pitchFamily="18" charset="0"/>
                <a:cs typeface="Times New Roman" panose="02020603050405020304" pitchFamily="18" charset="0"/>
              </a:rPr>
              <a:t>lễ</a:t>
            </a:r>
            <a:endParaRPr lang="en-US" sz="5400" dirty="0">
              <a:solidFill>
                <a:srgbClr val="FF0000"/>
              </a:solidFill>
              <a:latin typeface="Times New Roman" panose="02020603050405020304" pitchFamily="18" charset="0"/>
              <a:cs typeface="Times New Roman" panose="02020603050405020304" pitchFamily="18" charset="0"/>
            </a:endParaRPr>
          </a:p>
          <a:p>
            <a:pPr algn="ctr"/>
            <a:r>
              <a:rPr lang="en-US" sz="5400" dirty="0">
                <a:latin typeface="Times New Roman" panose="02020603050405020304" pitchFamily="18" charset="0"/>
                <a:cs typeface="Times New Roman" panose="02020603050405020304" pitchFamily="18" charset="0"/>
              </a:rPr>
              <a:t>Hoan </a:t>
            </a:r>
            <a:r>
              <a:rPr lang="en-US" sz="5400" dirty="0" err="1">
                <a:latin typeface="Times New Roman" panose="02020603050405020304" pitchFamily="18" charset="0"/>
                <a:cs typeface="Times New Roman" panose="02020603050405020304" pitchFamily="18" charset="0"/>
              </a:rPr>
              <a:t>hô</a:t>
            </a:r>
            <a:r>
              <a:rPr lang="en-US" sz="5400" dirty="0">
                <a:latin typeface="Times New Roman" panose="02020603050405020304" pitchFamily="18" charset="0"/>
                <a:cs typeface="Times New Roman" panose="02020603050405020304" pitchFamily="18" charset="0"/>
              </a:rPr>
              <a:t> Vua </a:t>
            </a:r>
            <a:r>
              <a:rPr lang="en-US" sz="5400" dirty="0" err="1">
                <a:latin typeface="Times New Roman" panose="02020603050405020304" pitchFamily="18" charset="0"/>
                <a:cs typeface="Times New Roman" panose="02020603050405020304" pitchFamily="18" charset="0"/>
              </a:rPr>
              <a:t>Giêsu</a:t>
            </a:r>
            <a:endParaRPr lang="en-US"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745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88760E-8F34-947E-4FF7-C17C586BAD2E}"/>
              </a:ext>
            </a:extLst>
          </p:cNvPr>
          <p:cNvSpPr txBox="1"/>
          <p:nvPr/>
        </p:nvSpPr>
        <p:spPr>
          <a:xfrm>
            <a:off x="556391" y="58846"/>
            <a:ext cx="11362341" cy="6740307"/>
          </a:xfrm>
          <a:prstGeom prst="rect">
            <a:avLst/>
          </a:prstGeom>
          <a:noFill/>
        </p:spPr>
        <p:txBody>
          <a:bodyPr wrap="square">
            <a:spAutoFit/>
          </a:bodyPr>
          <a:lstStyle/>
          <a:p>
            <a:r>
              <a:rPr lang="vi-VN" sz="7200" b="0" i="0" dirty="0">
                <a:solidFill>
                  <a:srgbClr val="FF0000"/>
                </a:solidFill>
                <a:effectLst/>
                <a:latin typeface="Times New Roman" panose="02020603050405020304" pitchFamily="18" charset="0"/>
                <a:cs typeface="Times New Roman" panose="02020603050405020304" pitchFamily="18" charset="0"/>
              </a:rPr>
              <a:t>1. </a:t>
            </a:r>
            <a:r>
              <a:rPr lang="vi-VN" sz="7200" b="0" i="0" dirty="0">
                <a:effectLst/>
                <a:latin typeface="Times New Roman" panose="02020603050405020304" pitchFamily="18" charset="0"/>
                <a:cs typeface="Times New Roman" panose="02020603050405020304" pitchFamily="18" charset="0"/>
              </a:rPr>
              <a:t>Nào ta đến để suy tôn Chúa là Vua Chúa thực là Vua, chính Người là Vua. Nào ta đến để suy tôn Chúa là Vua Chúa thực là Vua, Chúa là Vua các Vua</a:t>
            </a:r>
            <a:r>
              <a:rPr lang="vi-VN" sz="7200" b="0" i="0" dirty="0">
                <a:solidFill>
                  <a:srgbClr val="000080"/>
                </a:solidFill>
                <a:effectLst/>
                <a:latin typeface="Verdana" panose="020B0604030504040204" pitchFamily="34" charset="0"/>
              </a:rPr>
              <a:t>.</a:t>
            </a:r>
            <a:endParaRPr lang="en-US" sz="7200" dirty="0"/>
          </a:p>
        </p:txBody>
      </p:sp>
    </p:spTree>
    <p:extLst>
      <p:ext uri="{BB962C8B-B14F-4D97-AF65-F5344CB8AC3E}">
        <p14:creationId xmlns:p14="http://schemas.microsoft.com/office/powerpoint/2010/main" val="139321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F7E0AB-CB48-B22B-50CB-BF64C67CD01C}"/>
              </a:ext>
            </a:extLst>
          </p:cNvPr>
          <p:cNvSpPr txBox="1"/>
          <p:nvPr/>
        </p:nvSpPr>
        <p:spPr>
          <a:xfrm>
            <a:off x="114298" y="181415"/>
            <a:ext cx="12077701" cy="6186309"/>
          </a:xfrm>
          <a:prstGeom prst="rect">
            <a:avLst/>
          </a:prstGeom>
          <a:noFill/>
        </p:spPr>
        <p:txBody>
          <a:bodyPr wrap="square">
            <a:spAutoFit/>
          </a:bodyPr>
          <a:lstStyle/>
          <a:p>
            <a:r>
              <a:rPr lang="vi-VN" sz="6600" b="0" i="0" dirty="0">
                <a:solidFill>
                  <a:srgbClr val="FF0000"/>
                </a:solidFill>
                <a:effectLst/>
                <a:latin typeface="Times New Roman" panose="02020603050405020304" pitchFamily="18" charset="0"/>
                <a:cs typeface="Times New Roman" panose="02020603050405020304" pitchFamily="18" charset="0"/>
              </a:rPr>
              <a:t>ÐK: </a:t>
            </a:r>
            <a:r>
              <a:rPr lang="vi-VN" sz="6600" b="0" i="0" dirty="0">
                <a:effectLst/>
                <a:latin typeface="Times New Roman" panose="02020603050405020304" pitchFamily="18" charset="0"/>
                <a:cs typeface="Times New Roman" panose="02020603050405020304" pitchFamily="18" charset="0"/>
              </a:rPr>
              <a:t>Hoan hô Vua Giêsu chào mừng Ðấng Cứu Thế, hoan hô Vua Giêsu chào mừng Chúa Kitô. Hoan hô Vua muôn Vua chào mừng Chúa các Chúa bao nhiêu câu tung hô chào mừng Chúa Kitô.</a:t>
            </a:r>
            <a:endParaRPr lang="en-US"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5698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CACFFA-B417-5679-9E52-CD520F31D264}"/>
              </a:ext>
            </a:extLst>
          </p:cNvPr>
          <p:cNvSpPr txBox="1"/>
          <p:nvPr/>
        </p:nvSpPr>
        <p:spPr>
          <a:xfrm>
            <a:off x="367204" y="117693"/>
            <a:ext cx="11457591" cy="6740307"/>
          </a:xfrm>
          <a:prstGeom prst="rect">
            <a:avLst/>
          </a:prstGeom>
          <a:noFill/>
        </p:spPr>
        <p:txBody>
          <a:bodyPr wrap="square">
            <a:spAutoFit/>
          </a:bodyPr>
          <a:lstStyle/>
          <a:p>
            <a:r>
              <a:rPr lang="vi-VN" sz="7200" b="0" i="0" dirty="0">
                <a:solidFill>
                  <a:srgbClr val="FF0000"/>
                </a:solidFill>
                <a:effectLst/>
                <a:latin typeface="Times New Roman" panose="02020603050405020304" pitchFamily="18" charset="0"/>
                <a:cs typeface="Times New Roman" panose="02020603050405020304" pitchFamily="18" charset="0"/>
              </a:rPr>
              <a:t>2. </a:t>
            </a:r>
            <a:r>
              <a:rPr lang="vi-VN" sz="7200" b="0" i="0" dirty="0">
                <a:effectLst/>
                <a:latin typeface="Times New Roman" panose="02020603050405020304" pitchFamily="18" charset="0"/>
                <a:cs typeface="Times New Roman" panose="02020603050405020304" pitchFamily="18" charset="0"/>
              </a:rPr>
              <a:t>Nào ta đến để dâng lên khúc đàn ca kết ngàn cành hoa dâng mừng Vua ta. Nào ta đến để dâng lên Chúa hồn ta ước vọng đời ta vui buồn năm tháng qua</a:t>
            </a:r>
            <a:endParaRPr lang="en-US"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483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A6E5-4983-8166-78D9-0A4CFC01B7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DA00A2-B57A-D51F-F514-49129D902DCB}"/>
              </a:ext>
            </a:extLst>
          </p:cNvPr>
          <p:cNvSpPr txBox="1"/>
          <p:nvPr/>
        </p:nvSpPr>
        <p:spPr>
          <a:xfrm>
            <a:off x="114298" y="181415"/>
            <a:ext cx="12077701" cy="6186309"/>
          </a:xfrm>
          <a:prstGeom prst="rect">
            <a:avLst/>
          </a:prstGeom>
          <a:noFill/>
        </p:spPr>
        <p:txBody>
          <a:bodyPr wrap="square">
            <a:spAutoFit/>
          </a:bodyPr>
          <a:lstStyle/>
          <a:p>
            <a:r>
              <a:rPr lang="vi-VN" sz="6600" b="0" i="0" dirty="0">
                <a:solidFill>
                  <a:srgbClr val="FF0000"/>
                </a:solidFill>
                <a:effectLst/>
                <a:latin typeface="Times New Roman" panose="02020603050405020304" pitchFamily="18" charset="0"/>
                <a:cs typeface="Times New Roman" panose="02020603050405020304" pitchFamily="18" charset="0"/>
              </a:rPr>
              <a:t>ÐK: </a:t>
            </a:r>
            <a:r>
              <a:rPr lang="vi-VN" sz="6600" b="0" i="0" dirty="0">
                <a:effectLst/>
                <a:latin typeface="Times New Roman" panose="02020603050405020304" pitchFamily="18" charset="0"/>
                <a:cs typeface="Times New Roman" panose="02020603050405020304" pitchFamily="18" charset="0"/>
              </a:rPr>
              <a:t>Hoan hô Vua Giêsu chào mừng Ðấng Cứu Thế, hoan hô Vua Giêsu chào mừng Chúa Kitô. Hoan hô Vua muôn Vua chào mừng Chúa các Chúa bao nhiêu câu tung hô chào mừng Chúa Kitô.</a:t>
            </a:r>
            <a:endParaRPr lang="en-US"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22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4F92F-0DE9-FD50-8CDB-7E6EBCA13E9A}"/>
              </a:ext>
            </a:extLst>
          </p:cNvPr>
          <p:cNvSpPr txBox="1"/>
          <p:nvPr/>
        </p:nvSpPr>
        <p:spPr>
          <a:xfrm>
            <a:off x="158544" y="200403"/>
            <a:ext cx="12033455" cy="2123658"/>
          </a:xfrm>
          <a:prstGeom prst="rect">
            <a:avLst/>
          </a:prstGeom>
          <a:noFill/>
        </p:spPr>
        <p:txBody>
          <a:bodyPr wrap="square">
            <a:spAutoFit/>
          </a:bodyPr>
          <a:lstStyle/>
          <a:p>
            <a:r>
              <a:rPr lang="vi-VN" sz="6600" i="0" dirty="0">
                <a:solidFill>
                  <a:srgbClr val="FF0000"/>
                </a:solidFill>
                <a:effectLst/>
                <a:latin typeface="Times New Roman" panose="02020603050405020304" pitchFamily="18" charset="0"/>
                <a:cs typeface="Times New Roman" panose="02020603050405020304" pitchFamily="18" charset="0"/>
              </a:rPr>
              <a:t>Đáp</a:t>
            </a:r>
            <a:r>
              <a:rPr lang="en-US" sz="6600" i="0" dirty="0">
                <a:solidFill>
                  <a:srgbClr val="FF0000"/>
                </a:solidFill>
                <a:effectLst/>
                <a:latin typeface="Times New Roman" panose="02020603050405020304" pitchFamily="18" charset="0"/>
                <a:cs typeface="Times New Roman" panose="02020603050405020304" pitchFamily="18" charset="0"/>
              </a:rPr>
              <a:t> ca</a:t>
            </a:r>
            <a:r>
              <a:rPr lang="vi-VN" sz="6600" i="0" dirty="0">
                <a:solidFill>
                  <a:srgbClr val="FF0000"/>
                </a:solidFill>
                <a:effectLst/>
                <a:latin typeface="Times New Roman" panose="02020603050405020304" pitchFamily="18" charset="0"/>
                <a:cs typeface="Times New Roman" panose="02020603050405020304" pitchFamily="18" charset="0"/>
              </a:rPr>
              <a:t>:</a:t>
            </a:r>
            <a:endParaRPr lang="en-US" sz="6600" i="0" dirty="0">
              <a:solidFill>
                <a:srgbClr val="FF0000"/>
              </a:solidFill>
              <a:effectLst/>
              <a:latin typeface="Times New Roman" panose="02020603050405020304" pitchFamily="18" charset="0"/>
              <a:cs typeface="Times New Roman" panose="02020603050405020304" pitchFamily="18" charset="0"/>
            </a:endParaRPr>
          </a:p>
          <a:p>
            <a:endParaRPr lang="en-US" sz="660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42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3D34A9-85DD-BCF9-8E4A-72F865C82FAC}"/>
              </a:ext>
            </a:extLst>
          </p:cNvPr>
          <p:cNvSpPr txBox="1"/>
          <p:nvPr/>
        </p:nvSpPr>
        <p:spPr>
          <a:xfrm>
            <a:off x="286365" y="0"/>
            <a:ext cx="11905635" cy="6463308"/>
          </a:xfrm>
          <a:prstGeom prst="rect">
            <a:avLst/>
          </a:prstGeom>
          <a:noFill/>
        </p:spPr>
        <p:txBody>
          <a:bodyPr wrap="square">
            <a:spAutoFit/>
          </a:bodyPr>
          <a:lstStyle/>
          <a:p>
            <a:r>
              <a:rPr lang="en-US" sz="5400" dirty="0">
                <a:solidFill>
                  <a:srgbClr val="FF0000"/>
                </a:solidFill>
                <a:latin typeface="Times New Roman" panose="02020603050405020304" pitchFamily="18" charset="0"/>
                <a:cs typeface="Times New Roman" panose="02020603050405020304" pitchFamily="18" charset="0"/>
              </a:rPr>
              <a:t>T</a:t>
            </a:r>
            <a:r>
              <a:rPr lang="vi-VN" sz="5400" b="0" i="0" dirty="0">
                <a:solidFill>
                  <a:srgbClr val="FF0000"/>
                </a:solidFill>
                <a:effectLst/>
                <a:latin typeface="Times New Roman" panose="02020603050405020304" pitchFamily="18" charset="0"/>
                <a:cs typeface="Times New Roman" panose="02020603050405020304" pitchFamily="18" charset="0"/>
              </a:rPr>
              <a:t>ung hô Tin Mừng: </a:t>
            </a:r>
            <a:endParaRPr lang="en-US" sz="5400" b="0" i="0" dirty="0">
              <a:solidFill>
                <a:srgbClr val="FF0000"/>
              </a:solidFill>
              <a:effectLst/>
              <a:latin typeface="Times New Roman" panose="02020603050405020304" pitchFamily="18" charset="0"/>
              <a:cs typeface="Times New Roman" panose="02020603050405020304" pitchFamily="18" charset="0"/>
            </a:endParaRPr>
          </a:p>
          <a:p>
            <a:r>
              <a:rPr lang="en-US" sz="7200" dirty="0">
                <a:latin typeface="Times New Roman" panose="02020603050405020304" pitchFamily="18" charset="0"/>
                <a:cs typeface="Times New Roman" panose="02020603050405020304" pitchFamily="18" charset="0"/>
              </a:rPr>
              <a:t>Alleluia, Alleluia. </a:t>
            </a:r>
            <a:r>
              <a:rPr lang="en-US" sz="7200" dirty="0" err="1">
                <a:latin typeface="Times New Roman" panose="02020603050405020304" pitchFamily="18" charset="0"/>
                <a:cs typeface="Times New Roman" panose="02020603050405020304" pitchFamily="18" charset="0"/>
              </a:rPr>
              <a:t>Chúc</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tụng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Đấng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nhân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danh</a:t>
            </a:r>
            <a:r>
              <a:rPr lang="en-US" sz="7200" dirty="0">
                <a:latin typeface="Times New Roman" panose="02020603050405020304" pitchFamily="18" charset="0"/>
                <a:cs typeface="Times New Roman" panose="02020603050405020304" pitchFamily="18" charset="0"/>
              </a:rPr>
              <a:t> Chúa </a:t>
            </a:r>
            <a:r>
              <a:rPr lang="en-US" sz="7200" dirty="0" err="1">
                <a:latin typeface="Times New Roman" panose="02020603050405020304" pitchFamily="18" charset="0"/>
                <a:cs typeface="Times New Roman" panose="02020603050405020304" pitchFamily="18" charset="0"/>
              </a:rPr>
              <a:t>mà</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đến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bình</a:t>
            </a:r>
            <a:r>
              <a:rPr lang="en-US" sz="7200" dirty="0">
                <a:latin typeface="Times New Roman" panose="02020603050405020304" pitchFamily="18" charset="0"/>
                <a:cs typeface="Times New Roman" panose="02020603050405020304" pitchFamily="18" charset="0"/>
              </a:rPr>
              <a:t> an </a:t>
            </a:r>
            <a:r>
              <a:rPr lang="en-US" sz="7200" dirty="0" err="1">
                <a:latin typeface="Times New Roman" panose="02020603050405020304" pitchFamily="18" charset="0"/>
                <a:cs typeface="Times New Roman" panose="02020603050405020304" pitchFamily="18" charset="0"/>
              </a:rPr>
              <a:t>trên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trời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và</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vinh</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quang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trên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các</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tầng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trời</a:t>
            </a:r>
            <a:r>
              <a:rPr lang="en-US" sz="7200" dirty="0">
                <a:latin typeface="Times New Roman" panose="02020603050405020304" pitchFamily="18" charset="0"/>
                <a:cs typeface="Times New Roman" panose="02020603050405020304" pitchFamily="18" charset="0"/>
              </a:rPr>
              <a:t>. Alleluia, Alleluia.</a:t>
            </a:r>
            <a:endParaRPr lang="en-US" sz="72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118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3A57-641A-14EB-87F3-60CBC2D65E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B99843-AEC1-EE2E-EA05-16B532AAF731}"/>
              </a:ext>
            </a:extLst>
          </p:cNvPr>
          <p:cNvSpPr txBox="1"/>
          <p:nvPr/>
        </p:nvSpPr>
        <p:spPr>
          <a:xfrm>
            <a:off x="1671483" y="1853100"/>
            <a:ext cx="8849033" cy="1754326"/>
          </a:xfrm>
          <a:prstGeom prst="rect">
            <a:avLst/>
          </a:prstGeom>
          <a:noFill/>
        </p:spPr>
        <p:txBody>
          <a:bodyPr wrap="square" rtlCol="0">
            <a:spAutoFit/>
          </a:bodyPr>
          <a:lstStyle/>
          <a:p>
            <a:pPr algn="ctr"/>
            <a:r>
              <a:rPr lang="en-US" sz="5400" dirty="0" err="1">
                <a:solidFill>
                  <a:srgbClr val="FF0000"/>
                </a:solidFill>
                <a:latin typeface="Times New Roman" panose="02020603050405020304" pitchFamily="18" charset="0"/>
                <a:cs typeface="Times New Roman" panose="02020603050405020304" pitchFamily="18" charset="0"/>
              </a:rPr>
              <a:t>Dâng</a:t>
            </a:r>
            <a:r>
              <a:rPr lang="en-US" sz="5400" dirty="0">
                <a:solidFill>
                  <a:srgbClr val="FF0000"/>
                </a:solidFill>
                <a:latin typeface="Times New Roman" panose="02020603050405020304" pitchFamily="18" charset="0"/>
                <a:cs typeface="Times New Roman" panose="02020603050405020304" pitchFamily="18" charset="0"/>
              </a:rPr>
              <a:t> </a:t>
            </a:r>
            <a:r>
              <a:rPr lang="en-US" sz="5400" dirty="0" err="1">
                <a:solidFill>
                  <a:srgbClr val="FF0000"/>
                </a:solidFill>
                <a:latin typeface="Times New Roman" panose="02020603050405020304" pitchFamily="18" charset="0"/>
                <a:cs typeface="Times New Roman" panose="02020603050405020304" pitchFamily="18" charset="0"/>
              </a:rPr>
              <a:t>lễ</a:t>
            </a:r>
            <a:r>
              <a:rPr lang="en-US" sz="5400" dirty="0">
                <a:solidFill>
                  <a:srgbClr val="FF0000"/>
                </a:solidFill>
                <a:latin typeface="Times New Roman" panose="02020603050405020304" pitchFamily="18" charset="0"/>
                <a:cs typeface="Times New Roman" panose="02020603050405020304" pitchFamily="18" charset="0"/>
              </a:rPr>
              <a:t>:</a:t>
            </a:r>
          </a:p>
          <a:p>
            <a:pPr algn="ctr"/>
            <a:r>
              <a:rPr lang="en-US" sz="5400" dirty="0">
                <a:solidFill>
                  <a:schemeClr val="tx1">
                    <a:lumMod val="95000"/>
                    <a:lumOff val="5000"/>
                  </a:schemeClr>
                </a:solidFill>
                <a:latin typeface="Times New Roman" panose="02020603050405020304" pitchFamily="18" charset="0"/>
                <a:cs typeface="Times New Roman" panose="02020603050405020304" pitchFamily="18" charset="0"/>
              </a:rPr>
              <a:t>Như </a:t>
            </a:r>
            <a:r>
              <a:rPr lang="en-US" sz="5400" dirty="0" err="1">
                <a:solidFill>
                  <a:schemeClr val="tx1">
                    <a:lumMod val="95000"/>
                    <a:lumOff val="5000"/>
                  </a:schemeClr>
                </a:solidFill>
                <a:latin typeface="Times New Roman" panose="02020603050405020304" pitchFamily="18" charset="0"/>
                <a:cs typeface="Times New Roman" panose="02020603050405020304" pitchFamily="18" charset="0"/>
              </a:rPr>
              <a:t>lễ</a:t>
            </a:r>
            <a:r>
              <a:rPr lang="en-US" sz="5400" dirty="0">
                <a:solidFill>
                  <a:schemeClr val="tx1">
                    <a:lumMod val="95000"/>
                    <a:lumOff val="5000"/>
                  </a:schemeClr>
                </a:solidFill>
                <a:latin typeface="Times New Roman" panose="02020603050405020304" pitchFamily="18" charset="0"/>
                <a:cs typeface="Times New Roman" panose="02020603050405020304" pitchFamily="18" charset="0"/>
              </a:rPr>
              <a:t> hy </a:t>
            </a:r>
            <a:r>
              <a:rPr lang="en-US" sz="5400" dirty="0" err="1">
                <a:solidFill>
                  <a:schemeClr val="tx1">
                    <a:lumMod val="95000"/>
                    <a:lumOff val="5000"/>
                  </a:schemeClr>
                </a:solidFill>
                <a:latin typeface="Times New Roman" panose="02020603050405020304" pitchFamily="18" charset="0"/>
                <a:cs typeface="Times New Roman" panose="02020603050405020304" pitchFamily="18" charset="0"/>
              </a:rPr>
              <a:t>sinh</a:t>
            </a:r>
            <a:endParaRPr lang="en-US" sz="5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125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D15F-8BC0-DD21-0AED-6186E46057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4DCCCE-17CD-131C-300A-088920029855}"/>
              </a:ext>
            </a:extLst>
          </p:cNvPr>
          <p:cNvSpPr txBox="1"/>
          <p:nvPr/>
        </p:nvSpPr>
        <p:spPr>
          <a:xfrm>
            <a:off x="429610" y="0"/>
            <a:ext cx="11332779" cy="6878806"/>
          </a:xfrm>
          <a:prstGeom prst="rect">
            <a:avLst/>
          </a:prstGeom>
          <a:noFill/>
        </p:spPr>
        <p:txBody>
          <a:bodyPr wrap="square">
            <a:spAutoFit/>
          </a:bodyPr>
          <a:lstStyle/>
          <a:p>
            <a:pPr algn="just" fontAlgn="base">
              <a:buNone/>
            </a:pPr>
            <a:r>
              <a:rPr lang="vi-VN" sz="6300" i="0" dirty="0">
                <a:solidFill>
                  <a:srgbClr val="FF0000"/>
                </a:solidFill>
                <a:effectLst/>
                <a:latin typeface="Times New Roman" panose="02020603050405020304" pitchFamily="18" charset="0"/>
                <a:cs typeface="Times New Roman" panose="02020603050405020304" pitchFamily="18" charset="0"/>
              </a:rPr>
              <a:t>ĐK:</a:t>
            </a:r>
            <a:r>
              <a:rPr lang="vi-VN" sz="6300" i="0" dirty="0">
                <a:solidFill>
                  <a:srgbClr val="333333"/>
                </a:solidFill>
                <a:effectLst/>
                <a:latin typeface="Times New Roman" panose="02020603050405020304" pitchFamily="18" charset="0"/>
                <a:cs typeface="Times New Roman" panose="02020603050405020304" pitchFamily="18" charset="0"/>
              </a:rPr>
              <a:t> Như của lễ hy sinh con dâng lên ngai tòa Chúa. Như của lễ hy sinh Ngài ơi! Tiến lễ vật tình yêu con dâng, mong đáp đền cân xứng tình yêu. Tình yêu cao vời của Chúa, luôn ủ ấp con bao tháng ngày. </a:t>
            </a:r>
          </a:p>
        </p:txBody>
      </p:sp>
    </p:spTree>
    <p:extLst>
      <p:ext uri="{BB962C8B-B14F-4D97-AF65-F5344CB8AC3E}">
        <p14:creationId xmlns:p14="http://schemas.microsoft.com/office/powerpoint/2010/main" val="2424128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46993A-FA43-2911-4D06-66171F183A65}"/>
              </a:ext>
            </a:extLst>
          </p:cNvPr>
          <p:cNvSpPr txBox="1"/>
          <p:nvPr/>
        </p:nvSpPr>
        <p:spPr>
          <a:xfrm>
            <a:off x="595148" y="126125"/>
            <a:ext cx="11402410" cy="6878806"/>
          </a:xfrm>
          <a:prstGeom prst="rect">
            <a:avLst/>
          </a:prstGeom>
          <a:noFill/>
        </p:spPr>
        <p:txBody>
          <a:bodyPr wrap="square">
            <a:spAutoFit/>
          </a:bodyPr>
          <a:lstStyle/>
          <a:p>
            <a:r>
              <a:rPr lang="vi-VN" sz="6100" i="0" dirty="0">
                <a:solidFill>
                  <a:srgbClr val="333333"/>
                </a:solidFill>
                <a:effectLst/>
                <a:latin typeface="Times New Roman" panose="02020603050405020304" pitchFamily="18" charset="0"/>
                <a:cs typeface="Times New Roman" panose="02020603050405020304" pitchFamily="18" charset="0"/>
              </a:rPr>
              <a:t>Đây rượu bánh khiết tinh do công lao hy sinh đời sống, đây rượu bánh khiết tinh Ngài ơi! Với lễ vật đời con hôm nay, nước mắt hòa chan lẫn mồ hôi. Ngài ơi xin Ngài nhận lấy, Ngài nhận cho hiến lễ con dâng.</a:t>
            </a:r>
            <a:endParaRPr lang="en-US" sz="6100" dirty="0"/>
          </a:p>
        </p:txBody>
      </p:sp>
    </p:spTree>
    <p:extLst>
      <p:ext uri="{BB962C8B-B14F-4D97-AF65-F5344CB8AC3E}">
        <p14:creationId xmlns:p14="http://schemas.microsoft.com/office/powerpoint/2010/main" val="180274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CD3145-1335-E927-2735-2AF46AE92ACC}"/>
              </a:ext>
            </a:extLst>
          </p:cNvPr>
          <p:cNvSpPr txBox="1"/>
          <p:nvPr/>
        </p:nvSpPr>
        <p:spPr>
          <a:xfrm>
            <a:off x="177362" y="169039"/>
            <a:ext cx="12014638" cy="6555641"/>
          </a:xfrm>
          <a:prstGeom prst="rect">
            <a:avLst/>
          </a:prstGeom>
          <a:noFill/>
        </p:spPr>
        <p:txBody>
          <a:bodyPr wrap="square">
            <a:spAutoFit/>
          </a:bodyPr>
          <a:lstStyle/>
          <a:p>
            <a:pPr algn="just" fontAlgn="base">
              <a:buNone/>
            </a:pPr>
            <a:r>
              <a:rPr lang="vi-VN" sz="6000" b="0" i="0" dirty="0">
                <a:solidFill>
                  <a:srgbClr val="FF0000"/>
                </a:solidFill>
                <a:effectLst/>
                <a:latin typeface="Times New Roman" panose="02020603050405020304" pitchFamily="18" charset="0"/>
                <a:cs typeface="Times New Roman" panose="02020603050405020304" pitchFamily="18" charset="0"/>
              </a:rPr>
              <a:t>1. </a:t>
            </a:r>
            <a:r>
              <a:rPr lang="vi-VN" sz="6000" b="0" i="0" dirty="0">
                <a:solidFill>
                  <a:srgbClr val="333333"/>
                </a:solidFill>
                <a:effectLst/>
                <a:latin typeface="Times New Roman" panose="02020603050405020304" pitchFamily="18" charset="0"/>
                <a:cs typeface="Times New Roman" panose="02020603050405020304" pitchFamily="18" charset="0"/>
              </a:rPr>
              <a:t>Tựa trầm hương lâng lâng nhẹ bay, từng lời kinh say sưa đoàn con dâng tiến Ngài. Ánh nến hồng thắp sáng tỏa lung linh, ngời lên tấm lòng son sắt chân thành. Đây linh hồn thân xác trọn tâm tư, nguyện được dâng như lễ vật hy sinh.</a:t>
            </a:r>
          </a:p>
        </p:txBody>
      </p:sp>
    </p:spTree>
    <p:extLst>
      <p:ext uri="{BB962C8B-B14F-4D97-AF65-F5344CB8AC3E}">
        <p14:creationId xmlns:p14="http://schemas.microsoft.com/office/powerpoint/2010/main" val="4247220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F82CB5-8B96-3669-E5D4-54A21E18758D}"/>
              </a:ext>
            </a:extLst>
          </p:cNvPr>
          <p:cNvSpPr txBox="1"/>
          <p:nvPr/>
        </p:nvSpPr>
        <p:spPr>
          <a:xfrm>
            <a:off x="429610" y="0"/>
            <a:ext cx="11332779" cy="6878806"/>
          </a:xfrm>
          <a:prstGeom prst="rect">
            <a:avLst/>
          </a:prstGeom>
          <a:noFill/>
        </p:spPr>
        <p:txBody>
          <a:bodyPr wrap="square">
            <a:spAutoFit/>
          </a:bodyPr>
          <a:lstStyle/>
          <a:p>
            <a:pPr algn="just" fontAlgn="base">
              <a:buNone/>
            </a:pPr>
            <a:r>
              <a:rPr lang="vi-VN" sz="6300" i="0" dirty="0">
                <a:solidFill>
                  <a:srgbClr val="FF0000"/>
                </a:solidFill>
                <a:effectLst/>
                <a:latin typeface="Times New Roman" panose="02020603050405020304" pitchFamily="18" charset="0"/>
                <a:cs typeface="Times New Roman" panose="02020603050405020304" pitchFamily="18" charset="0"/>
              </a:rPr>
              <a:t>ĐK:</a:t>
            </a:r>
            <a:r>
              <a:rPr lang="vi-VN" sz="6300" i="0" dirty="0">
                <a:solidFill>
                  <a:srgbClr val="333333"/>
                </a:solidFill>
                <a:effectLst/>
                <a:latin typeface="Times New Roman" panose="02020603050405020304" pitchFamily="18" charset="0"/>
                <a:cs typeface="Times New Roman" panose="02020603050405020304" pitchFamily="18" charset="0"/>
              </a:rPr>
              <a:t> Như của lễ hy sinh con dâng lên ngai tòa Chúa. Như của lễ hy sinh Ngài ơi! Tiến lễ vật tình yêu con dâng, mong đáp đền cân xứng tình yêu. Tình yêu cao vời của Chúa, luôn ủ ấp con bao tháng ngày. </a:t>
            </a:r>
          </a:p>
        </p:txBody>
      </p:sp>
    </p:spTree>
    <p:extLst>
      <p:ext uri="{BB962C8B-B14F-4D97-AF65-F5344CB8AC3E}">
        <p14:creationId xmlns:p14="http://schemas.microsoft.com/office/powerpoint/2010/main" val="698304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E32E-4BC8-AF7D-C139-FF4B256749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71C05D-0AA9-4279-7AB9-9813F5C46AE7}"/>
              </a:ext>
            </a:extLst>
          </p:cNvPr>
          <p:cNvSpPr txBox="1"/>
          <p:nvPr/>
        </p:nvSpPr>
        <p:spPr>
          <a:xfrm>
            <a:off x="595148" y="126125"/>
            <a:ext cx="11402410" cy="6878806"/>
          </a:xfrm>
          <a:prstGeom prst="rect">
            <a:avLst/>
          </a:prstGeom>
          <a:noFill/>
        </p:spPr>
        <p:txBody>
          <a:bodyPr wrap="square">
            <a:spAutoFit/>
          </a:bodyPr>
          <a:lstStyle/>
          <a:p>
            <a:r>
              <a:rPr lang="vi-VN" sz="6100" i="0" dirty="0">
                <a:solidFill>
                  <a:srgbClr val="333333"/>
                </a:solidFill>
                <a:effectLst/>
                <a:latin typeface="Times New Roman" panose="02020603050405020304" pitchFamily="18" charset="0"/>
                <a:cs typeface="Times New Roman" panose="02020603050405020304" pitchFamily="18" charset="0"/>
              </a:rPr>
              <a:t>Đây rượu bánh khiết tinh do công lao hy sinh đời sống, đây rượu bánh khiết tinh Ngài ơi! Với lễ vật đời con hôm nay, nước mắt hòa chan lẫn mồ hôi. Ngài ơi xin Ngài nhận lấy, Ngài nhận cho hiến lễ con dâng.</a:t>
            </a:r>
            <a:endParaRPr lang="en-US" sz="6100" dirty="0"/>
          </a:p>
        </p:txBody>
      </p:sp>
    </p:spTree>
    <p:extLst>
      <p:ext uri="{BB962C8B-B14F-4D97-AF65-F5344CB8AC3E}">
        <p14:creationId xmlns:p14="http://schemas.microsoft.com/office/powerpoint/2010/main" val="3863338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6CF2F1-EE09-79C8-3F7A-5DA5D2ED2306}"/>
              </a:ext>
            </a:extLst>
          </p:cNvPr>
          <p:cNvSpPr txBox="1"/>
          <p:nvPr/>
        </p:nvSpPr>
        <p:spPr>
          <a:xfrm>
            <a:off x="161597" y="151179"/>
            <a:ext cx="11868806" cy="6555641"/>
          </a:xfrm>
          <a:prstGeom prst="rect">
            <a:avLst/>
          </a:prstGeom>
          <a:noFill/>
        </p:spPr>
        <p:txBody>
          <a:bodyPr wrap="square">
            <a:spAutoFit/>
          </a:bodyPr>
          <a:lstStyle/>
          <a:p>
            <a:pPr algn="just" fontAlgn="base"/>
            <a:r>
              <a:rPr lang="vi-VN" sz="6000" b="0" i="0" dirty="0">
                <a:solidFill>
                  <a:srgbClr val="FF0000"/>
                </a:solidFill>
                <a:effectLst/>
                <a:latin typeface="Times New Roman" panose="02020603050405020304" pitchFamily="18" charset="0"/>
                <a:cs typeface="Times New Roman" panose="02020603050405020304" pitchFamily="18" charset="0"/>
              </a:rPr>
              <a:t>2. </a:t>
            </a:r>
            <a:r>
              <a:rPr lang="vi-VN" sz="6000" b="0" i="0" dirty="0">
                <a:solidFill>
                  <a:srgbClr val="333333"/>
                </a:solidFill>
                <a:effectLst/>
                <a:latin typeface="Times New Roman" panose="02020603050405020304" pitchFamily="18" charset="0"/>
                <a:cs typeface="Times New Roman" panose="02020603050405020304" pitchFamily="18" charset="0"/>
              </a:rPr>
              <a:t>Này tuổi xuân mang bao mộng mơ vào dựng xây tương lai ngày mai đầy ước hẹn. Dâng tuổi hồng vui sống trong thơ ngây. Và dâng tuổi già nuôi đã bao gầy. Đây vui buồn trên bước đường dương gian, nguyện được dâng như lễ vật hy sinh.</a:t>
            </a:r>
          </a:p>
        </p:txBody>
      </p:sp>
    </p:spTree>
    <p:extLst>
      <p:ext uri="{BB962C8B-B14F-4D97-AF65-F5344CB8AC3E}">
        <p14:creationId xmlns:p14="http://schemas.microsoft.com/office/powerpoint/2010/main" val="2492733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D459-0C5A-42D0-6FC8-CE97C5C7CA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D7E759-9301-59D2-7869-98F8BD60285B}"/>
              </a:ext>
            </a:extLst>
          </p:cNvPr>
          <p:cNvSpPr txBox="1"/>
          <p:nvPr/>
        </p:nvSpPr>
        <p:spPr>
          <a:xfrm>
            <a:off x="1818967" y="1794107"/>
            <a:ext cx="8849033" cy="2154436"/>
          </a:xfrm>
          <a:prstGeom prst="rect">
            <a:avLst/>
          </a:prstGeom>
          <a:noFill/>
        </p:spPr>
        <p:txBody>
          <a:bodyPr wrap="square" rtlCol="0">
            <a:spAutoFit/>
          </a:bodyPr>
          <a:lstStyle/>
          <a:p>
            <a:pPr algn="ctr"/>
            <a:r>
              <a:rPr lang="en-US" sz="5400" dirty="0" err="1">
                <a:solidFill>
                  <a:srgbClr val="FF0000"/>
                </a:solidFill>
                <a:latin typeface="Times New Roman" panose="02020603050405020304" pitchFamily="18" charset="0"/>
                <a:cs typeface="Times New Roman" panose="02020603050405020304" pitchFamily="18" charset="0"/>
              </a:rPr>
              <a:t>Hiệp</a:t>
            </a:r>
            <a:r>
              <a:rPr lang="en-US" sz="5400" dirty="0">
                <a:solidFill>
                  <a:srgbClr val="FF0000"/>
                </a:solidFill>
                <a:latin typeface="Times New Roman" panose="02020603050405020304" pitchFamily="18" charset="0"/>
                <a:cs typeface="Times New Roman" panose="02020603050405020304" pitchFamily="18" charset="0"/>
              </a:rPr>
              <a:t> </a:t>
            </a:r>
            <a:r>
              <a:rPr lang="en-US" sz="5400" dirty="0" err="1">
                <a:solidFill>
                  <a:srgbClr val="FF0000"/>
                </a:solidFill>
                <a:latin typeface="Times New Roman" panose="02020603050405020304" pitchFamily="18" charset="0"/>
                <a:cs typeface="Times New Roman" panose="02020603050405020304" pitchFamily="18" charset="0"/>
              </a:rPr>
              <a:t>lễ</a:t>
            </a:r>
            <a:r>
              <a:rPr lang="en-US" sz="5400" dirty="0">
                <a:solidFill>
                  <a:srgbClr val="FF0000"/>
                </a:solidFill>
                <a:latin typeface="Times New Roman" panose="02020603050405020304" pitchFamily="18" charset="0"/>
                <a:cs typeface="Times New Roman" panose="02020603050405020304" pitchFamily="18" charset="0"/>
              </a:rPr>
              <a:t>:</a:t>
            </a:r>
          </a:p>
          <a:p>
            <a:pPr algn="ctr"/>
            <a:r>
              <a:rPr lang="en-US" sz="8000" dirty="0" err="1">
                <a:latin typeface="Times New Roman" panose="02020603050405020304" pitchFamily="18" charset="0"/>
                <a:cs typeface="Times New Roman" panose="02020603050405020304" pitchFamily="18" charset="0"/>
              </a:rPr>
              <a:t>Lạy</a:t>
            </a:r>
            <a:r>
              <a:rPr lang="en-US" sz="8000" dirty="0">
                <a:latin typeface="Times New Roman" panose="02020603050405020304" pitchFamily="18" charset="0"/>
                <a:cs typeface="Times New Roman" panose="02020603050405020304" pitchFamily="18" charset="0"/>
              </a:rPr>
              <a:t> Chúa </a:t>
            </a:r>
            <a:r>
              <a:rPr lang="en-US" sz="8000" dirty="0" err="1">
                <a:latin typeface="Times New Roman" panose="02020603050405020304" pitchFamily="18" charset="0"/>
                <a:cs typeface="Times New Roman" panose="02020603050405020304" pitchFamily="18" charset="0"/>
              </a:rPr>
              <a:t>là</a:t>
            </a:r>
            <a:r>
              <a:rPr lang="en-US" sz="8000" dirty="0">
                <a:latin typeface="Times New Roman" panose="02020603050405020304" pitchFamily="18" charset="0"/>
                <a:cs typeface="Times New Roman" panose="02020603050405020304" pitchFamily="18" charset="0"/>
              </a:rPr>
              <a:t> Vua</a:t>
            </a:r>
          </a:p>
        </p:txBody>
      </p:sp>
    </p:spTree>
    <p:extLst>
      <p:ext uri="{BB962C8B-B14F-4D97-AF65-F5344CB8AC3E}">
        <p14:creationId xmlns:p14="http://schemas.microsoft.com/office/powerpoint/2010/main" val="2279039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D065AA-61F7-ABC1-18D2-AAE1A53D2945}"/>
              </a:ext>
            </a:extLst>
          </p:cNvPr>
          <p:cNvSpPr txBox="1"/>
          <p:nvPr/>
        </p:nvSpPr>
        <p:spPr>
          <a:xfrm>
            <a:off x="161595" y="129709"/>
            <a:ext cx="11883259" cy="6740307"/>
          </a:xfrm>
          <a:prstGeom prst="rect">
            <a:avLst/>
          </a:prstGeom>
          <a:noFill/>
        </p:spPr>
        <p:txBody>
          <a:bodyPr wrap="square">
            <a:spAutoFit/>
          </a:bodyPr>
          <a:lstStyle/>
          <a:p>
            <a:r>
              <a:rPr lang="en-US" sz="7200" dirty="0">
                <a:solidFill>
                  <a:srgbClr val="FF0000"/>
                </a:solidFill>
                <a:latin typeface="Times New Roman" panose="02020603050405020304" pitchFamily="18" charset="0"/>
                <a:cs typeface="Times New Roman" panose="02020603050405020304" pitchFamily="18" charset="0"/>
              </a:rPr>
              <a:t>1. </a:t>
            </a:r>
            <a:r>
              <a:rPr lang="en-US" sz="7200" dirty="0" err="1">
                <a:latin typeface="Times New Roman" panose="02020603050405020304" pitchFamily="18" charset="0"/>
                <a:cs typeface="Times New Roman" panose="02020603050405020304" pitchFamily="18" charset="0"/>
              </a:rPr>
              <a:t>Lạy</a:t>
            </a:r>
            <a:r>
              <a:rPr lang="en-US" sz="7200" dirty="0">
                <a:latin typeface="Times New Roman" panose="02020603050405020304" pitchFamily="18" charset="0"/>
                <a:cs typeface="Times New Roman" panose="02020603050405020304" pitchFamily="18" charset="0"/>
              </a:rPr>
              <a:t> Chúa, Chúa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thống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trị</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khắp</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địa</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cầu</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Lạy</a:t>
            </a:r>
            <a:r>
              <a:rPr lang="en-US" sz="7200" dirty="0">
                <a:latin typeface="Times New Roman" panose="02020603050405020304" pitchFamily="18" charset="0"/>
                <a:cs typeface="Times New Roman" panose="02020603050405020304" pitchFamily="18" charset="0"/>
              </a:rPr>
              <a:t> Chúa, Chúa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muôn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loài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thờ</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kính</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trên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khắp</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dương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gian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trên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các</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dân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tộc</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muôn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dân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đợi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trông</a:t>
            </a:r>
            <a:r>
              <a:rPr lang="en-US" sz="7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03299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635066-69A9-CB80-68CA-4BD4A0970829}"/>
              </a:ext>
            </a:extLst>
          </p:cNvPr>
          <p:cNvSpPr txBox="1"/>
          <p:nvPr/>
        </p:nvSpPr>
        <p:spPr>
          <a:xfrm>
            <a:off x="555734" y="86916"/>
            <a:ext cx="11080531" cy="6771084"/>
          </a:xfrm>
          <a:prstGeom prst="rect">
            <a:avLst/>
          </a:prstGeom>
          <a:noFill/>
        </p:spPr>
        <p:txBody>
          <a:bodyPr wrap="square">
            <a:spAutoFit/>
          </a:bodyPr>
          <a:lstStyle/>
          <a:p>
            <a:r>
              <a:rPr lang="en-US" sz="6100" dirty="0">
                <a:solidFill>
                  <a:srgbClr val="FF0000"/>
                </a:solidFill>
                <a:latin typeface="Times New Roman" panose="02020603050405020304" pitchFamily="18" charset="0"/>
                <a:cs typeface="Times New Roman" panose="02020603050405020304" pitchFamily="18" charset="0"/>
              </a:rPr>
              <a:t>ĐK: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Vua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vua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chúa</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người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muôn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dân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thành</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kính</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mọi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hoàn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vũ</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khắp</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nơi</a:t>
            </a:r>
            <a:r>
              <a:rPr lang="en-US" sz="6100" dirty="0">
                <a:latin typeface="Times New Roman" panose="02020603050405020304" pitchFamily="18" charset="0"/>
                <a:cs typeface="Times New Roman" panose="02020603050405020304" pitchFamily="18" charset="0"/>
              </a:rPr>
              <a:t> an </a:t>
            </a:r>
            <a:r>
              <a:rPr lang="en-US" sz="6100" dirty="0" err="1">
                <a:latin typeface="Times New Roman" panose="02020603050405020304" pitchFamily="18" charset="0"/>
                <a:cs typeface="Times New Roman" panose="02020603050405020304" pitchFamily="18" charset="0"/>
              </a:rPr>
              <a:t>bình</a:t>
            </a:r>
            <a:r>
              <a:rPr lang="en-US" sz="6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86710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BC9C70-7431-849F-D52F-26795BB2E636}"/>
              </a:ext>
            </a:extLst>
          </p:cNvPr>
          <p:cNvSpPr txBox="1"/>
          <p:nvPr/>
        </p:nvSpPr>
        <p:spPr>
          <a:xfrm>
            <a:off x="414501" y="335845"/>
            <a:ext cx="11362998" cy="6186309"/>
          </a:xfrm>
          <a:prstGeom prst="rect">
            <a:avLst/>
          </a:prstGeom>
          <a:noFill/>
        </p:spPr>
        <p:txBody>
          <a:bodyPr wrap="square">
            <a:spAutoFit/>
          </a:bodyPr>
          <a:lstStyle/>
          <a:p>
            <a:r>
              <a:rPr lang="en-US" sz="6600" dirty="0">
                <a:solidFill>
                  <a:srgbClr val="FF0000"/>
                </a:solidFill>
                <a:latin typeface="Times New Roman" panose="02020603050405020304" pitchFamily="18" charset="0"/>
                <a:cs typeface="Times New Roman" panose="02020603050405020304" pitchFamily="18" charset="0"/>
              </a:rPr>
              <a:t>2. </a:t>
            </a:r>
            <a:r>
              <a:rPr lang="en-US" sz="6600" dirty="0" err="1">
                <a:latin typeface="Times New Roman" panose="02020603050405020304" pitchFamily="18" charset="0"/>
                <a:cs typeface="Times New Roman" panose="02020603050405020304" pitchFamily="18" charset="0"/>
              </a:rPr>
              <a:t>Lạy</a:t>
            </a:r>
            <a:r>
              <a:rPr lang="en-US" sz="6600" dirty="0">
                <a:latin typeface="Times New Roman" panose="02020603050405020304" pitchFamily="18" charset="0"/>
                <a:cs typeface="Times New Roman" panose="02020603050405020304" pitchFamily="18" charset="0"/>
              </a:rPr>
              <a:t> Chúa, Chúa </a:t>
            </a:r>
            <a:r>
              <a:rPr lang="en-US" sz="6600" dirty="0" err="1">
                <a:latin typeface="Times New Roman" panose="02020603050405020304" pitchFamily="18" charset="0"/>
                <a:cs typeface="Times New Roman" panose="02020603050405020304" pitchFamily="18" charset="0"/>
              </a:rPr>
              <a:t>là</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thống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trị</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các</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sông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ngòi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Lạy</a:t>
            </a:r>
            <a:r>
              <a:rPr lang="en-US" sz="6600" dirty="0">
                <a:latin typeface="Times New Roman" panose="02020603050405020304" pitchFamily="18" charset="0"/>
                <a:cs typeface="Times New Roman" panose="02020603050405020304" pitchFamily="18" charset="0"/>
              </a:rPr>
              <a:t> Chúa, Chúa </a:t>
            </a:r>
            <a:r>
              <a:rPr lang="en-US" sz="6600" dirty="0" err="1">
                <a:latin typeface="Times New Roman" panose="02020603050405020304" pitchFamily="18" charset="0"/>
                <a:cs typeface="Times New Roman" panose="02020603050405020304" pitchFamily="18" charset="0"/>
              </a:rPr>
              <a:t>là</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cai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trị</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trời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đất</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Trần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gian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vui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sướng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hân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hoan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mừng</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trên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nước</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trên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đời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ngợi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khen</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muôn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đạo</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binh</a:t>
            </a:r>
            <a:r>
              <a:rPr lang="en-US" sz="6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39426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F078-E5C3-9093-E2BF-302E6FD0B0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05F27D-41F8-050B-1C59-FD76EE89D6E0}"/>
              </a:ext>
            </a:extLst>
          </p:cNvPr>
          <p:cNvSpPr txBox="1"/>
          <p:nvPr/>
        </p:nvSpPr>
        <p:spPr>
          <a:xfrm>
            <a:off x="555734" y="86916"/>
            <a:ext cx="11080531" cy="6771084"/>
          </a:xfrm>
          <a:prstGeom prst="rect">
            <a:avLst/>
          </a:prstGeom>
          <a:noFill/>
        </p:spPr>
        <p:txBody>
          <a:bodyPr wrap="square">
            <a:spAutoFit/>
          </a:bodyPr>
          <a:lstStyle/>
          <a:p>
            <a:r>
              <a:rPr lang="en-US" sz="6100" dirty="0">
                <a:solidFill>
                  <a:srgbClr val="FF0000"/>
                </a:solidFill>
                <a:latin typeface="Times New Roman" panose="02020603050405020304" pitchFamily="18" charset="0"/>
                <a:cs typeface="Times New Roman" panose="02020603050405020304" pitchFamily="18" charset="0"/>
              </a:rPr>
              <a:t>ĐK: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Vua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vua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chúa</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người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muôn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dân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thành</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kính</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mọi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hoàn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vũ</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khắp</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nơi</a:t>
            </a:r>
            <a:r>
              <a:rPr lang="en-US" sz="6100" dirty="0">
                <a:latin typeface="Times New Roman" panose="02020603050405020304" pitchFamily="18" charset="0"/>
                <a:cs typeface="Times New Roman" panose="02020603050405020304" pitchFamily="18" charset="0"/>
              </a:rPr>
              <a:t> an </a:t>
            </a:r>
            <a:r>
              <a:rPr lang="en-US" sz="6100" dirty="0" err="1">
                <a:latin typeface="Times New Roman" panose="02020603050405020304" pitchFamily="18" charset="0"/>
                <a:cs typeface="Times New Roman" panose="02020603050405020304" pitchFamily="18" charset="0"/>
              </a:rPr>
              <a:t>bình</a:t>
            </a:r>
            <a:r>
              <a:rPr lang="en-US" sz="6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49007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3172D4-D833-D5D2-4182-DD0A3B3B625E}"/>
              </a:ext>
            </a:extLst>
          </p:cNvPr>
          <p:cNvSpPr txBox="1"/>
          <p:nvPr/>
        </p:nvSpPr>
        <p:spPr>
          <a:xfrm>
            <a:off x="366548" y="335845"/>
            <a:ext cx="11458903" cy="6186309"/>
          </a:xfrm>
          <a:prstGeom prst="rect">
            <a:avLst/>
          </a:prstGeom>
          <a:noFill/>
        </p:spPr>
        <p:txBody>
          <a:bodyPr wrap="square">
            <a:spAutoFit/>
          </a:bodyPr>
          <a:lstStyle/>
          <a:p>
            <a:r>
              <a:rPr lang="en-US" sz="6600" dirty="0">
                <a:solidFill>
                  <a:srgbClr val="FF0000"/>
                </a:solidFill>
                <a:latin typeface="Times New Roman" panose="02020603050405020304" pitchFamily="18" charset="0"/>
                <a:cs typeface="Times New Roman" panose="02020603050405020304" pitchFamily="18" charset="0"/>
              </a:rPr>
              <a:t>3. </a:t>
            </a:r>
            <a:r>
              <a:rPr lang="en-US" sz="6600" dirty="0" err="1">
                <a:latin typeface="Times New Roman" panose="02020603050405020304" pitchFamily="18" charset="0"/>
                <a:cs typeface="Times New Roman" panose="02020603050405020304" pitchFamily="18" charset="0"/>
              </a:rPr>
              <a:t>Lạy</a:t>
            </a:r>
            <a:r>
              <a:rPr lang="en-US" sz="6600" dirty="0">
                <a:latin typeface="Times New Roman" panose="02020603050405020304" pitchFamily="18" charset="0"/>
                <a:cs typeface="Times New Roman" panose="02020603050405020304" pitchFamily="18" charset="0"/>
              </a:rPr>
              <a:t> Chúa, Chúa </a:t>
            </a:r>
            <a:r>
              <a:rPr lang="en-US" sz="6600" dirty="0" err="1">
                <a:latin typeface="Times New Roman" panose="02020603050405020304" pitchFamily="18" charset="0"/>
                <a:cs typeface="Times New Roman" panose="02020603050405020304" pitchFamily="18" charset="0"/>
              </a:rPr>
              <a:t>là</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thống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trị</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các</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tâm</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hồn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Lạy</a:t>
            </a:r>
            <a:r>
              <a:rPr lang="en-US" sz="6600" dirty="0">
                <a:latin typeface="Times New Roman" panose="02020603050405020304" pitchFamily="18" charset="0"/>
                <a:cs typeface="Times New Roman" panose="02020603050405020304" pitchFamily="18" charset="0"/>
              </a:rPr>
              <a:t> Chúa, Chúa </a:t>
            </a:r>
            <a:r>
              <a:rPr lang="en-US" sz="6600" dirty="0" err="1">
                <a:latin typeface="Times New Roman" panose="02020603050405020304" pitchFamily="18" charset="0"/>
                <a:cs typeface="Times New Roman" panose="02020603050405020304" pitchFamily="18" charset="0"/>
              </a:rPr>
              <a:t>là</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thương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người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trần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thế</a:t>
            </a:r>
            <a:r>
              <a:rPr lang="en-US" sz="6600" dirty="0">
                <a:latin typeface="Times New Roman" panose="02020603050405020304" pitchFamily="18" charset="0"/>
                <a:cs typeface="Times New Roman" panose="02020603050405020304" pitchFamily="18" charset="0"/>
              </a:rPr>
              <a:t>. Thành </a:t>
            </a:r>
            <a:r>
              <a:rPr lang="en-US" sz="6600" dirty="0" err="1">
                <a:latin typeface="Times New Roman" panose="02020603050405020304" pitchFamily="18" charset="0"/>
                <a:cs typeface="Times New Roman" panose="02020603050405020304" pitchFamily="18" charset="0"/>
              </a:rPr>
              <a:t>kính</a:t>
            </a:r>
            <a:r>
              <a:rPr lang="en-US" sz="6600" dirty="0">
                <a:latin typeface="Times New Roman" panose="02020603050405020304" pitchFamily="18" charset="0"/>
                <a:cs typeface="Times New Roman" panose="02020603050405020304" pitchFamily="18" charset="0"/>
              </a:rPr>
              <a:t> con </a:t>
            </a:r>
            <a:r>
              <a:rPr lang="en-US" sz="6600" dirty="0" err="1">
                <a:latin typeface="Times New Roman" panose="02020603050405020304" pitchFamily="18" charset="0"/>
                <a:cs typeface="Times New Roman" panose="02020603050405020304" pitchFamily="18" charset="0"/>
              </a:rPr>
              <a:t>khấn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xin</a:t>
            </a:r>
            <a:r>
              <a:rPr lang="en-US" sz="6600" dirty="0">
                <a:latin typeface="Times New Roman" panose="02020603050405020304" pitchFamily="18" charset="0"/>
                <a:cs typeface="Times New Roman" panose="02020603050405020304" pitchFamily="18" charset="0"/>
              </a:rPr>
              <a:t> Vua </a:t>
            </a:r>
            <a:r>
              <a:rPr lang="en-US" sz="6600" dirty="0" err="1">
                <a:latin typeface="Times New Roman" panose="02020603050405020304" pitchFamily="18" charset="0"/>
                <a:cs typeface="Times New Roman" panose="02020603050405020304" pitchFamily="18" charset="0"/>
              </a:rPr>
              <a:t>dủ</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thương</a:t>
            </a:r>
            <a:r>
              <a:rPr lang="en-US" sz="6600" dirty="0">
                <a:latin typeface="Times New Roman" panose="02020603050405020304" pitchFamily="18" charset="0"/>
                <a:cs typeface="Times New Roman" panose="02020603050405020304" pitchFamily="18" charset="0"/>
              </a:rPr>
              <a:t> ban </a:t>
            </a:r>
            <a:r>
              <a:rPr lang="en-US" sz="6600" dirty="0" err="1">
                <a:latin typeface="Times New Roman" panose="02020603050405020304" pitchFamily="18" charset="0"/>
                <a:cs typeface="Times New Roman" panose="02020603050405020304" pitchFamily="18" charset="0"/>
              </a:rPr>
              <a:t>xuống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cho</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đời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hồng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ân</a:t>
            </a:r>
            <a:r>
              <a:rPr lang="en-US" sz="6600" dirty="0">
                <a:latin typeface="Times New Roman" panose="02020603050405020304" pitchFamily="18" charset="0"/>
                <a:cs typeface="Times New Roman" panose="02020603050405020304" pitchFamily="18" charset="0"/>
              </a:rPr>
              <a:t> Chúa </a:t>
            </a:r>
            <a:r>
              <a:rPr lang="en-US" sz="6600" dirty="0" err="1">
                <a:latin typeface="Times New Roman" panose="02020603050405020304" pitchFamily="18" charset="0"/>
                <a:cs typeface="Times New Roman" panose="02020603050405020304" pitchFamily="18" charset="0"/>
              </a:rPr>
              <a:t>trên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trời</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cao</a:t>
            </a:r>
            <a:r>
              <a:rPr lang="en-US" sz="6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81728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9747-242B-9EAA-23CF-FF45EC5322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DE577A-F465-D509-5211-F5BC3E83E771}"/>
              </a:ext>
            </a:extLst>
          </p:cNvPr>
          <p:cNvSpPr txBox="1"/>
          <p:nvPr/>
        </p:nvSpPr>
        <p:spPr>
          <a:xfrm>
            <a:off x="555734" y="86916"/>
            <a:ext cx="11080531" cy="6771084"/>
          </a:xfrm>
          <a:prstGeom prst="rect">
            <a:avLst/>
          </a:prstGeom>
          <a:noFill/>
        </p:spPr>
        <p:txBody>
          <a:bodyPr wrap="square">
            <a:spAutoFit/>
          </a:bodyPr>
          <a:lstStyle/>
          <a:p>
            <a:r>
              <a:rPr lang="en-US" sz="6100" dirty="0">
                <a:solidFill>
                  <a:srgbClr val="FF0000"/>
                </a:solidFill>
                <a:latin typeface="Times New Roman" panose="02020603050405020304" pitchFamily="18" charset="0"/>
                <a:cs typeface="Times New Roman" panose="02020603050405020304" pitchFamily="18" charset="0"/>
              </a:rPr>
              <a:t>ĐK: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Vua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vua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chúa</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người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muôn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dân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thành</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kính</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mọi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hoàn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vũ</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khắp</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nơi</a:t>
            </a:r>
            <a:r>
              <a:rPr lang="en-US" sz="6100" dirty="0">
                <a:latin typeface="Times New Roman" panose="02020603050405020304" pitchFamily="18" charset="0"/>
                <a:cs typeface="Times New Roman" panose="02020603050405020304" pitchFamily="18" charset="0"/>
              </a:rPr>
              <a:t> an </a:t>
            </a:r>
            <a:r>
              <a:rPr lang="en-US" sz="6100" dirty="0" err="1">
                <a:latin typeface="Times New Roman" panose="02020603050405020304" pitchFamily="18" charset="0"/>
                <a:cs typeface="Times New Roman" panose="02020603050405020304" pitchFamily="18" charset="0"/>
              </a:rPr>
              <a:t>bình</a:t>
            </a:r>
            <a:r>
              <a:rPr lang="en-US" sz="6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66007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42FE55-E7B8-DE51-F3C8-F83518B58B2D}"/>
              </a:ext>
            </a:extLst>
          </p:cNvPr>
          <p:cNvSpPr txBox="1"/>
          <p:nvPr/>
        </p:nvSpPr>
        <p:spPr>
          <a:xfrm>
            <a:off x="208893" y="117693"/>
            <a:ext cx="11774213" cy="6740307"/>
          </a:xfrm>
          <a:prstGeom prst="rect">
            <a:avLst/>
          </a:prstGeom>
          <a:noFill/>
        </p:spPr>
        <p:txBody>
          <a:bodyPr wrap="square">
            <a:spAutoFit/>
          </a:bodyPr>
          <a:lstStyle/>
          <a:p>
            <a:r>
              <a:rPr lang="en-US" sz="7200" dirty="0">
                <a:solidFill>
                  <a:srgbClr val="FF0000"/>
                </a:solidFill>
                <a:latin typeface="Times New Roman" panose="02020603050405020304" pitchFamily="18" charset="0"/>
                <a:cs typeface="Times New Roman" panose="02020603050405020304" pitchFamily="18" charset="0"/>
              </a:rPr>
              <a:t>4. </a:t>
            </a:r>
            <a:r>
              <a:rPr lang="en-US" sz="7200" dirty="0" err="1">
                <a:latin typeface="Times New Roman" panose="02020603050405020304" pitchFamily="18" charset="0"/>
                <a:cs typeface="Times New Roman" panose="02020603050405020304" pitchFamily="18" charset="0"/>
              </a:rPr>
              <a:t>Thờ</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kính</a:t>
            </a:r>
            <a:r>
              <a:rPr lang="en-US" sz="7200" dirty="0">
                <a:latin typeface="Times New Roman" panose="02020603050405020304" pitchFamily="18" charset="0"/>
                <a:cs typeface="Times New Roman" panose="02020603050405020304" pitchFamily="18" charset="0"/>
              </a:rPr>
              <a:t> Chúa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cai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trị</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các</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thiên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thần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Thờ</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kính</a:t>
            </a:r>
            <a:r>
              <a:rPr lang="en-US" sz="7200" dirty="0">
                <a:latin typeface="Times New Roman" panose="02020603050405020304" pitchFamily="18" charset="0"/>
                <a:cs typeface="Times New Roman" panose="02020603050405020304" pitchFamily="18" charset="0"/>
              </a:rPr>
              <a:t> Chúa </a:t>
            </a:r>
            <a:r>
              <a:rPr lang="en-US" sz="7200" dirty="0" err="1">
                <a:latin typeface="Times New Roman" panose="02020603050405020304" pitchFamily="18" charset="0"/>
                <a:cs typeface="Times New Roman" panose="02020603050405020304" pitchFamily="18" charset="0"/>
              </a:rPr>
              <a:t>là</a:t>
            </a:r>
            <a:r>
              <a:rPr lang="en-US" sz="7200" dirty="0">
                <a:latin typeface="Times New Roman" panose="02020603050405020304" pitchFamily="18" charset="0"/>
                <a:cs typeface="Times New Roman" panose="02020603050405020304" pitchFamily="18" charset="0"/>
              </a:rPr>
              <a:t> Vua </a:t>
            </a:r>
            <a:r>
              <a:rPr lang="en-US" sz="7200" dirty="0" err="1">
                <a:latin typeface="Times New Roman" panose="02020603050405020304" pitchFamily="18" charset="0"/>
                <a:cs typeface="Times New Roman" panose="02020603050405020304" pitchFamily="18" charset="0"/>
              </a:rPr>
              <a:t>muôn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đời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mọi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nước</a:t>
            </a:r>
            <a:r>
              <a:rPr lang="en-US" sz="7200" dirty="0">
                <a:latin typeface="Times New Roman" panose="02020603050405020304" pitchFamily="18" charset="0"/>
                <a:cs typeface="Times New Roman" panose="02020603050405020304" pitchFamily="18" charset="0"/>
              </a:rPr>
              <a:t>. Quỳ </a:t>
            </a:r>
            <a:r>
              <a:rPr lang="en-US" sz="7200" dirty="0" err="1">
                <a:latin typeface="Times New Roman" panose="02020603050405020304" pitchFamily="18" charset="0"/>
                <a:cs typeface="Times New Roman" panose="02020603050405020304" pitchFamily="18" charset="0"/>
              </a:rPr>
              <a:t>đây</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xin</a:t>
            </a:r>
            <a:r>
              <a:rPr lang="en-US" sz="7200" dirty="0">
                <a:latin typeface="Times New Roman" panose="02020603050405020304" pitchFamily="18" charset="0"/>
                <a:cs typeface="Times New Roman" panose="02020603050405020304" pitchFamily="18" charset="0"/>
              </a:rPr>
              <a:t> Chúa </a:t>
            </a:r>
            <a:r>
              <a:rPr lang="en-US" sz="7200" dirty="0" err="1">
                <a:latin typeface="Times New Roman" panose="02020603050405020304" pitchFamily="18" charset="0"/>
                <a:cs typeface="Times New Roman" panose="02020603050405020304" pitchFamily="18" charset="0"/>
              </a:rPr>
              <a:t>đoái</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thương</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chở</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che</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bênh</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đỡ</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cho</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hồn</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lạy</a:t>
            </a:r>
            <a:r>
              <a:rPr lang="en-US" sz="7200" dirty="0">
                <a:latin typeface="Times New Roman" panose="02020603050405020304" pitchFamily="18" charset="0"/>
                <a:cs typeface="Times New Roman" panose="02020603050405020304" pitchFamily="18" charset="0"/>
              </a:rPr>
              <a:t> Vua, Vua </a:t>
            </a:r>
            <a:r>
              <a:rPr lang="en-US" sz="7200" dirty="0" err="1">
                <a:latin typeface="Times New Roman" panose="02020603050405020304" pitchFamily="18" charset="0"/>
                <a:cs typeface="Times New Roman" panose="02020603050405020304" pitchFamily="18" charset="0"/>
              </a:rPr>
              <a:t>của</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lòng</a:t>
            </a:r>
            <a:r>
              <a:rPr lang="en-US" sz="7200" dirty="0">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3279123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27873-4919-23FE-9CE4-5F61FBD14D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1D3B39-17F5-AA65-0872-CE2B203294AA}"/>
              </a:ext>
            </a:extLst>
          </p:cNvPr>
          <p:cNvSpPr txBox="1"/>
          <p:nvPr/>
        </p:nvSpPr>
        <p:spPr>
          <a:xfrm>
            <a:off x="555734" y="86916"/>
            <a:ext cx="11080531" cy="6771084"/>
          </a:xfrm>
          <a:prstGeom prst="rect">
            <a:avLst/>
          </a:prstGeom>
          <a:noFill/>
        </p:spPr>
        <p:txBody>
          <a:bodyPr wrap="square">
            <a:spAutoFit/>
          </a:bodyPr>
          <a:lstStyle/>
          <a:p>
            <a:r>
              <a:rPr lang="en-US" sz="6100" dirty="0">
                <a:solidFill>
                  <a:srgbClr val="FF0000"/>
                </a:solidFill>
                <a:latin typeface="Times New Roman" panose="02020603050405020304" pitchFamily="18" charset="0"/>
                <a:cs typeface="Times New Roman" panose="02020603050405020304" pitchFamily="18" charset="0"/>
              </a:rPr>
              <a:t>ĐK: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Vua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vua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Ôi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Giê-su</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là</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các</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chúa</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người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muôn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dân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ngàn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đời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thành</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kính</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địa</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cầu</a:t>
            </a:r>
            <a:r>
              <a:rPr lang="en-US" sz="6100" dirty="0">
                <a:latin typeface="Times New Roman" panose="02020603050405020304" pitchFamily="18" charset="0"/>
                <a:cs typeface="Times New Roman" panose="02020603050405020304" pitchFamily="18" charset="0"/>
              </a:rPr>
              <a:t>. Chúa </a:t>
            </a:r>
            <a:r>
              <a:rPr lang="en-US" sz="6100" dirty="0" err="1">
                <a:latin typeface="Times New Roman" panose="02020603050405020304" pitchFamily="18" charset="0"/>
                <a:cs typeface="Times New Roman" panose="02020603050405020304" pitchFamily="18" charset="0"/>
              </a:rPr>
              <a:t>thống</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trị</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mọi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loài</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cho</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hoàn</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vũ</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khắp</a:t>
            </a:r>
            <a:r>
              <a:rPr lang="en-US" sz="6100" dirty="0">
                <a:latin typeface="Times New Roman" panose="02020603050405020304" pitchFamily="18" charset="0"/>
                <a:cs typeface="Times New Roman" panose="02020603050405020304" pitchFamily="18" charset="0"/>
              </a:rPr>
              <a:t> </a:t>
            </a:r>
            <a:r>
              <a:rPr lang="en-US" sz="6100" dirty="0" err="1">
                <a:latin typeface="Times New Roman" panose="02020603050405020304" pitchFamily="18" charset="0"/>
                <a:cs typeface="Times New Roman" panose="02020603050405020304" pitchFamily="18" charset="0"/>
              </a:rPr>
              <a:t>nơi</a:t>
            </a:r>
            <a:r>
              <a:rPr lang="en-US" sz="6100" dirty="0">
                <a:latin typeface="Times New Roman" panose="02020603050405020304" pitchFamily="18" charset="0"/>
                <a:cs typeface="Times New Roman" panose="02020603050405020304" pitchFamily="18" charset="0"/>
              </a:rPr>
              <a:t> an </a:t>
            </a:r>
            <a:r>
              <a:rPr lang="en-US" sz="6100" dirty="0" err="1">
                <a:latin typeface="Times New Roman" panose="02020603050405020304" pitchFamily="18" charset="0"/>
                <a:cs typeface="Times New Roman" panose="02020603050405020304" pitchFamily="18" charset="0"/>
              </a:rPr>
              <a:t>bình</a:t>
            </a:r>
            <a:r>
              <a:rPr lang="en-US" sz="6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40485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A85F1-4531-3BF5-F47E-5B3122C3D8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4C3E41-1C69-1F7D-4C56-9D15189D49ED}"/>
              </a:ext>
            </a:extLst>
          </p:cNvPr>
          <p:cNvSpPr txBox="1"/>
          <p:nvPr/>
        </p:nvSpPr>
        <p:spPr>
          <a:xfrm>
            <a:off x="1671483" y="1853100"/>
            <a:ext cx="8849033" cy="923330"/>
          </a:xfrm>
          <a:prstGeom prst="rect">
            <a:avLst/>
          </a:prstGeom>
          <a:noFill/>
        </p:spPr>
        <p:txBody>
          <a:bodyPr wrap="square" rtlCol="0">
            <a:spAutoFit/>
          </a:bodyPr>
          <a:lstStyle/>
          <a:p>
            <a:pPr algn="ctr"/>
            <a:r>
              <a:rPr lang="en-US" sz="5400" dirty="0" err="1">
                <a:solidFill>
                  <a:srgbClr val="FF0000"/>
                </a:solidFill>
                <a:latin typeface="Times New Roman" panose="02020603050405020304" pitchFamily="18" charset="0"/>
                <a:cs typeface="Times New Roman" panose="02020603050405020304" pitchFamily="18" charset="0"/>
              </a:rPr>
              <a:t>Kết</a:t>
            </a:r>
            <a:r>
              <a:rPr lang="en-US" sz="5400" dirty="0">
                <a:solidFill>
                  <a:srgbClr val="FF0000"/>
                </a:solidFill>
                <a:latin typeface="Times New Roman" panose="02020603050405020304" pitchFamily="18" charset="0"/>
                <a:cs typeface="Times New Roman" panose="02020603050405020304" pitchFamily="18" charset="0"/>
              </a:rPr>
              <a:t> </a:t>
            </a:r>
            <a:r>
              <a:rPr lang="en-US" sz="5400" dirty="0" err="1">
                <a:solidFill>
                  <a:srgbClr val="FF0000"/>
                </a:solidFill>
                <a:latin typeface="Times New Roman" panose="02020603050405020304" pitchFamily="18" charset="0"/>
                <a:cs typeface="Times New Roman" panose="02020603050405020304" pitchFamily="18" charset="0"/>
              </a:rPr>
              <a:t>lễ</a:t>
            </a:r>
            <a:r>
              <a:rPr lang="en-US" sz="5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74203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1215</Words>
  <Application>Microsoft Office PowerPoint</Application>
  <PresentationFormat>Widescreen</PresentationFormat>
  <Paragraphs>34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2</cp:revision>
  <dcterms:created xsi:type="dcterms:W3CDTF">2025-08-16T17:33:45Z</dcterms:created>
  <dcterms:modified xsi:type="dcterms:W3CDTF">2025-11-22T17:08:32Z</dcterms:modified>
</cp:coreProperties>
</file>